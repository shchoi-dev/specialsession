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jYhQFybKLsVwQvorU1gzNgfUcr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98" y="6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25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25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�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�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�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�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�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�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�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9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9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6.png"/><Relationship Id="rId10" Type="http://schemas.openxmlformats.org/officeDocument/2006/relationships/image" Target="../media/image29.png"/><Relationship Id="rId4" Type="http://schemas.openxmlformats.org/officeDocument/2006/relationships/image" Target="../media/image6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9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9.png"/><Relationship Id="rId10" Type="http://schemas.openxmlformats.org/officeDocument/2006/relationships/image" Target="../media/image19.png"/><Relationship Id="rId4" Type="http://schemas.openxmlformats.org/officeDocument/2006/relationships/image" Target="../media/image6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9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6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64C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8940000">
            <a:off x="9470708" y="7019763"/>
            <a:ext cx="2171956" cy="2093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10113955" y="2213047"/>
            <a:ext cx="10424443" cy="5945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295400" y="2290993"/>
            <a:ext cx="12226218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기획부터 품질까지 책임지는 웹 개발자</a:t>
            </a:r>
            <a:endParaRPr lang="ko-KR" altLang="en-US" sz="48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7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OOO</a:t>
            </a:r>
            <a:r>
              <a:rPr lang="ko-KR" altLang="en-US" sz="7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입니다</a:t>
            </a:r>
            <a:r>
              <a:rPr lang="en-US" altLang="ko-KR" sz="7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05257" y="862126"/>
            <a:ext cx="1598918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CHOI SEUNGHUN PORTFOLIO</a:t>
            </a:r>
            <a:endParaRPr sz="1800" dirty="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5257" y="771262"/>
            <a:ext cx="10672665" cy="37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5257" y="1286714"/>
            <a:ext cx="10672665" cy="37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7920000">
            <a:off x="16147588" y="2685893"/>
            <a:ext cx="938153" cy="81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4260000">
            <a:off x="16523824" y="-184757"/>
            <a:ext cx="2171956" cy="209376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12899402" y="8724900"/>
            <a:ext cx="4381328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· huni@test.com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· 010-1234-5678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· Github.com/</a:t>
            </a:r>
            <a:r>
              <a:rPr lang="en-US" sz="24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huni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943723" y="930172"/>
            <a:ext cx="765714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3723" y="790563"/>
            <a:ext cx="16398268" cy="57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3723" y="1582540"/>
            <a:ext cx="16398268" cy="5705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12339588" y="1074000"/>
            <a:ext cx="50023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KIMGAEBAL PORTFOLIO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4791344" y="3014219"/>
            <a:ext cx="1764290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>
                <a:solidFill>
                  <a:srgbClr val="3F64C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4772294" y="4506382"/>
            <a:ext cx="1920337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>
                <a:solidFill>
                  <a:srgbClr val="193D7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4781610" y="5951834"/>
            <a:ext cx="1764290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>
                <a:solidFill>
                  <a:srgbClr val="3F64C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99405" y="5653496"/>
            <a:ext cx="7852313" cy="5316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4772294" y="7418240"/>
            <a:ext cx="1764290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>
                <a:solidFill>
                  <a:srgbClr val="193D7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10544" y="4129233"/>
            <a:ext cx="7852313" cy="6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10544" y="7099650"/>
            <a:ext cx="7852313" cy="6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99404" y="8613191"/>
            <a:ext cx="7852313" cy="5316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8220351" y="3144202"/>
            <a:ext cx="3289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PROFILE</a:t>
            </a:r>
            <a:endParaRPr sz="4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8875177" y="4711972"/>
            <a:ext cx="20742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강점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8315726" y="6156251"/>
            <a:ext cx="31944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7986026" y="7649075"/>
            <a:ext cx="42549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입사 후 계획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1604" y="2571527"/>
            <a:ext cx="9144792" cy="5143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76190" y="6314286"/>
            <a:ext cx="5257143" cy="318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955556" y="6159271"/>
            <a:ext cx="5257143" cy="3212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66185" y="2382906"/>
            <a:ext cx="5257143" cy="715653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/>
        </p:nvSpPr>
        <p:spPr>
          <a:xfrm>
            <a:off x="562450" y="938088"/>
            <a:ext cx="5984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PROFILE (</a:t>
            </a:r>
            <a:r>
              <a:rPr lang="en-US" sz="3000"/>
              <a:t>작성과제)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3723" y="790563"/>
            <a:ext cx="16398266" cy="57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3723" y="1582540"/>
            <a:ext cx="16398268" cy="5705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 txBox="1"/>
          <p:nvPr/>
        </p:nvSpPr>
        <p:spPr>
          <a:xfrm>
            <a:off x="14610566" y="1074000"/>
            <a:ext cx="273144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37396" y="2374517"/>
            <a:ext cx="5257143" cy="7093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8520000">
            <a:off x="6290761" y="5711799"/>
            <a:ext cx="1208062" cy="1589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2580000">
            <a:off x="10796848" y="2418356"/>
            <a:ext cx="1208062" cy="158955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 txBox="1"/>
          <p:nvPr/>
        </p:nvSpPr>
        <p:spPr>
          <a:xfrm>
            <a:off x="5466666" y="2978650"/>
            <a:ext cx="735238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solidFill>
                  <a:srgbClr val="A5A5A5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본인</a:t>
            </a:r>
            <a:r>
              <a:rPr lang="en-US" sz="2200" dirty="0">
                <a:solidFill>
                  <a:srgbClr val="A5A5A5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dirty="0" err="1">
                <a:solidFill>
                  <a:srgbClr val="A5A5A5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사진</a:t>
            </a:r>
            <a:r>
              <a:rPr lang="en-US" sz="2200" dirty="0">
                <a:solidFill>
                  <a:srgbClr val="A5A5A5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dirty="0" err="1">
                <a:solidFill>
                  <a:srgbClr val="A5A5A5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넣어주세요</a:t>
            </a:r>
            <a:endParaRPr sz="1800" dirty="0">
              <a:solidFill>
                <a:srgbClr val="A5A5A5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2076190" y="2389459"/>
            <a:ext cx="5257143" cy="3504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1955556" y="2262475"/>
            <a:ext cx="5257143" cy="347619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 txBox="1"/>
          <p:nvPr/>
        </p:nvSpPr>
        <p:spPr>
          <a:xfrm>
            <a:off x="10744200" y="2529143"/>
            <a:ext cx="735238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  EDUCATION ]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4104762" y="5584667"/>
            <a:ext cx="958730" cy="95873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"/>
          <p:cNvSpPr txBox="1"/>
          <p:nvPr/>
        </p:nvSpPr>
        <p:spPr>
          <a:xfrm>
            <a:off x="13980905" y="5695251"/>
            <a:ext cx="120009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10907937" y="6473410"/>
            <a:ext cx="735238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  </a:t>
            </a: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프로그래밍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스킬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3941968" y="6088042"/>
            <a:ext cx="1500743" cy="875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650892" y="3599955"/>
            <a:ext cx="4599650" cy="706280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 txBox="1"/>
          <p:nvPr/>
        </p:nvSpPr>
        <p:spPr>
          <a:xfrm>
            <a:off x="55603" y="2681543"/>
            <a:ext cx="735238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  ABOUT ME 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1331197" y="3599955"/>
            <a:ext cx="4759792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안녕하세요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기획부터 품질까지 책임지는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2000" dirty="0">
                <a:solidFill>
                  <a:schemeClr val="lt1"/>
                </a:solidFill>
              </a:rPr>
              <a:t>웹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개발자를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꿈꾸는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OOO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입니다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고등학교 시절 코딩의 즐거움에서 시작해</a:t>
            </a:r>
            <a:r>
              <a:rPr lang="en-US" altLang="ko-KR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[</a:t>
            </a:r>
            <a:r>
              <a:rPr lang="ko-KR" alt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현대이지웰</a:t>
            </a:r>
            <a:r>
              <a:rPr lang="en-US" altLang="ko-KR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r>
              <a:rPr lang="ko-KR" alt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풀스택</a:t>
            </a:r>
            <a:r>
              <a:rPr lang="ko-KR" alt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과정에서 </a:t>
            </a:r>
            <a:r>
              <a:rPr lang="en-US" altLang="ko-KR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Java, Spring Boot, React</a:t>
            </a:r>
            <a:r>
              <a:rPr lang="ko-KR" alt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의 최신 스택을 익혔습니다</a:t>
            </a:r>
            <a:r>
              <a:rPr lang="en-US" altLang="ko-KR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특히</a:t>
            </a:r>
            <a:r>
              <a:rPr lang="en-US" altLang="ko-KR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논문 연구와 실무</a:t>
            </a:r>
            <a:r>
              <a:rPr lang="en-US" altLang="ko-KR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경험을 통해 품질의 중요성을 체감</a:t>
            </a:r>
            <a:r>
              <a:rPr lang="en-US" altLang="ko-KR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견고하고 신뢰할 수 있는 시스템을 만드는 웹 개발자로 성장했습니다</a:t>
            </a:r>
            <a:r>
              <a:rPr lang="en-US" altLang="ko-KR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현재는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1일 1커밋을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지속하고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있고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자기계발을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위한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기술블로그를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운영하고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있으며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현재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>
                <a:solidFill>
                  <a:schemeClr val="lt1"/>
                </a:solidFill>
              </a:rPr>
              <a:t>91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여개의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글을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포스팅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하였습니다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69B26-FB97-8A6D-560B-25C301F7E7E4}"/>
              </a:ext>
            </a:extLst>
          </p:cNvPr>
          <p:cNvSpPr txBox="1"/>
          <p:nvPr/>
        </p:nvSpPr>
        <p:spPr>
          <a:xfrm>
            <a:off x="12384677" y="3112430"/>
            <a:ext cx="43408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bg1"/>
                </a:solidFill>
              </a:rPr>
              <a:t>현대이지웰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r>
              <a:rPr lang="ko-KR" altLang="en-US" sz="2000" dirty="0" err="1">
                <a:solidFill>
                  <a:schemeClr val="bg1"/>
                </a:solidFill>
              </a:rPr>
              <a:t>풀스택</a:t>
            </a:r>
            <a:r>
              <a:rPr lang="ko-KR" altLang="en-US" sz="2000" dirty="0">
                <a:solidFill>
                  <a:schemeClr val="bg1"/>
                </a:solidFill>
              </a:rPr>
              <a:t> 개발자 양성 과정 </a:t>
            </a:r>
            <a:r>
              <a:rPr lang="en-US" altLang="ko-KR" sz="2000" dirty="0">
                <a:solidFill>
                  <a:schemeClr val="bg1"/>
                </a:solidFill>
              </a:rPr>
              <a:t>(25.07 ~ 25.12)</a:t>
            </a: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en-US" altLang="ko-KR" sz="2000" dirty="0">
                <a:solidFill>
                  <a:schemeClr val="bg1"/>
                </a:solidFill>
              </a:rPr>
              <a:t>OO</a:t>
            </a:r>
            <a:r>
              <a:rPr lang="ko-KR" altLang="en-US" sz="2000" dirty="0">
                <a:solidFill>
                  <a:schemeClr val="bg1"/>
                </a:solidFill>
              </a:rPr>
              <a:t>대학교 </a:t>
            </a:r>
            <a:r>
              <a:rPr lang="en-US" altLang="ko-KR" sz="2000" dirty="0">
                <a:solidFill>
                  <a:schemeClr val="bg1"/>
                </a:solidFill>
              </a:rPr>
              <a:t>OO</a:t>
            </a:r>
            <a:r>
              <a:rPr lang="ko-KR" altLang="en-US" sz="2000" dirty="0">
                <a:solidFill>
                  <a:schemeClr val="bg1"/>
                </a:solidFill>
              </a:rPr>
              <a:t> 졸업 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en-US" altLang="ko-KR" sz="2000" dirty="0" err="1">
                <a:solidFill>
                  <a:schemeClr val="bg1"/>
                </a:solidFill>
              </a:rPr>
              <a:t>oo.oo</a:t>
            </a:r>
            <a:r>
              <a:rPr lang="en-US" altLang="ko-KR" sz="2000" dirty="0">
                <a:solidFill>
                  <a:schemeClr val="bg1"/>
                </a:solidFill>
              </a:rPr>
              <a:t> ~ </a:t>
            </a:r>
            <a:r>
              <a:rPr lang="en-US" altLang="ko-KR" sz="2000" dirty="0" err="1">
                <a:solidFill>
                  <a:schemeClr val="bg1"/>
                </a:solidFill>
              </a:rPr>
              <a:t>oo.oo</a:t>
            </a:r>
            <a:r>
              <a:rPr lang="en-US" altLang="ko-KR" sz="2000" dirty="0">
                <a:solidFill>
                  <a:schemeClr val="bg1"/>
                </a:solidFill>
              </a:rPr>
              <a:t>)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8F4405-0700-5F0F-DD62-60C345516CE0}"/>
              </a:ext>
            </a:extLst>
          </p:cNvPr>
          <p:cNvSpPr txBox="1"/>
          <p:nvPr/>
        </p:nvSpPr>
        <p:spPr>
          <a:xfrm>
            <a:off x="12076190" y="7131356"/>
            <a:ext cx="504562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</a:rPr>
              <a:t>- Back-end: Java, Spring Boot, Spring Security, JPA/</a:t>
            </a:r>
            <a:r>
              <a:rPr lang="en-US" altLang="ko-KR" sz="2000" dirty="0" err="1">
                <a:solidFill>
                  <a:schemeClr val="bg1"/>
                </a:solidFill>
              </a:rPr>
              <a:t>MyBatis</a:t>
            </a:r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en-US" altLang="ko-KR" sz="2000" dirty="0">
                <a:solidFill>
                  <a:schemeClr val="bg1"/>
                </a:solidFill>
              </a:rPr>
              <a:t>- Front-end: React, JavaScript, HTML/CSS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- DB &amp; </a:t>
            </a:r>
            <a:r>
              <a:rPr lang="en-US" altLang="ko-KR" sz="2000" dirty="0" err="1">
                <a:solidFill>
                  <a:schemeClr val="bg1"/>
                </a:solidFill>
              </a:rPr>
              <a:t>Etc</a:t>
            </a:r>
            <a:r>
              <a:rPr lang="en-US" altLang="ko-KR" sz="2000" dirty="0">
                <a:solidFill>
                  <a:schemeClr val="bg1"/>
                </a:solidFill>
              </a:rPr>
              <a:t>: Oracle, Git, Junit, Selenium, SonarQube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47"/>
            <a:ext cx="18288000" cy="1028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381" y="2725895"/>
            <a:ext cx="7945796" cy="6616962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5" name="Google Shape;145;p4"/>
          <p:cNvSpPr txBox="1"/>
          <p:nvPr/>
        </p:nvSpPr>
        <p:spPr>
          <a:xfrm>
            <a:off x="775131" y="2525895"/>
            <a:ext cx="83002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ㅇㅇㅇㅇ 역량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2539849" y="6755177"/>
            <a:ext cx="5759024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팀</a:t>
            </a:r>
            <a:r>
              <a:rPr lang="en-US" altLang="ko-KR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프로젝트의 </a:t>
            </a:r>
            <a:r>
              <a:rPr lang="en-US" altLang="ko-KR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ERD, API </a:t>
            </a:r>
            <a:r>
              <a:rPr lang="ko-KR" alt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명세서 기획을 주도하고</a:t>
            </a:r>
            <a:r>
              <a:rPr lang="en-US" altLang="ko-KR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상품</a:t>
            </a:r>
            <a:r>
              <a:rPr lang="en-US" altLang="ko-KR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r>
              <a:rPr lang="en-US" altLang="ko-KR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도메인의 </a:t>
            </a:r>
            <a:r>
              <a:rPr lang="en-US" altLang="ko-KR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Spring Boot API</a:t>
            </a:r>
            <a:r>
              <a:rPr lang="ko-KR" alt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를 직접 구현했습니다</a:t>
            </a:r>
            <a:r>
              <a:rPr lang="en-US" altLang="ko-KR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00591" y="6852697"/>
            <a:ext cx="286905" cy="28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00591" y="8073556"/>
            <a:ext cx="240174" cy="234887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"/>
          <p:cNvSpPr txBox="1"/>
          <p:nvPr/>
        </p:nvSpPr>
        <p:spPr>
          <a:xfrm>
            <a:off x="2510669" y="7979945"/>
            <a:ext cx="5788204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ko-KR" sz="2200" dirty="0"/>
              <a:t>A</a:t>
            </a:r>
            <a:r>
              <a:rPr lang="ko-KR" altLang="en-US" sz="2200" dirty="0"/>
              <a:t>기업에서도 </a:t>
            </a:r>
            <a:r>
              <a:rPr lang="ko-KR" altLang="en-US" sz="2200" b="1" dirty="0"/>
              <a:t>명확한 설계</a:t>
            </a:r>
            <a:r>
              <a:rPr lang="ko-KR" altLang="en-US" sz="2200" dirty="0"/>
              <a:t>를 바탕으로 </a:t>
            </a:r>
            <a:endParaRPr lang="en-US" altLang="ko-KR" sz="2200" dirty="0"/>
          </a:p>
          <a:p>
            <a:pPr lvl="0"/>
            <a:r>
              <a:rPr lang="ko-KR" altLang="en-US" sz="2200" b="1" dirty="0"/>
              <a:t>안정적인 </a:t>
            </a:r>
            <a:r>
              <a:rPr lang="ko-KR" altLang="en-US" sz="2200" b="1" dirty="0" err="1"/>
              <a:t>백엔드</a:t>
            </a:r>
            <a:r>
              <a:rPr lang="ko-KR" altLang="en-US" sz="2200" b="1" dirty="0"/>
              <a:t> 시스템</a:t>
            </a:r>
            <a:r>
              <a:rPr lang="ko-KR" altLang="en-US" sz="2200" dirty="0"/>
              <a:t>을 구축하는 데 기여하겠습니다</a:t>
            </a:r>
            <a:r>
              <a:rPr lang="en-US" altLang="ko-KR" sz="2200" dirty="0"/>
              <a:t>.</a:t>
            </a:r>
            <a:endParaRPr sz="2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87537" y="2725895"/>
            <a:ext cx="7945796" cy="6616962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1" name="Google Shape;151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387537" y="2378486"/>
            <a:ext cx="7945796" cy="685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279377" y="6881822"/>
            <a:ext cx="286905" cy="28690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4"/>
          <p:cNvSpPr txBox="1"/>
          <p:nvPr/>
        </p:nvSpPr>
        <p:spPr>
          <a:xfrm>
            <a:off x="-914400" y="910938"/>
            <a:ext cx="59842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강점역량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3723" y="790563"/>
            <a:ext cx="16398268" cy="57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3723" y="1582540"/>
            <a:ext cx="16398268" cy="5705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4"/>
          <p:cNvSpPr/>
          <p:nvPr/>
        </p:nvSpPr>
        <p:spPr>
          <a:xfrm>
            <a:off x="2819400" y="4077301"/>
            <a:ext cx="4343400" cy="2223623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사진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넣을 예정</a:t>
            </a: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11047015" y="4013430"/>
            <a:ext cx="4343400" cy="2223623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사진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넣을 예정</a:t>
            </a: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10968404" y="6807586"/>
            <a:ext cx="5619005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o-KR" altLang="en-US" sz="2200" b="1" dirty="0"/>
              <a:t>논문 연구</a:t>
            </a:r>
            <a:r>
              <a:rPr lang="ko-KR" altLang="en-US" sz="2200" dirty="0"/>
              <a:t>와 실무</a:t>
            </a:r>
            <a:r>
              <a:rPr lang="en-US" altLang="ko-KR" sz="2200" b="1" dirty="0"/>
              <a:t>, TA </a:t>
            </a:r>
            <a:r>
              <a:rPr lang="ko-KR" altLang="en-US" sz="2200" dirty="0"/>
              <a:t>경험을 통해</a:t>
            </a:r>
            <a:r>
              <a:rPr lang="en-US" altLang="ko-KR" sz="2200" dirty="0"/>
              <a:t>, </a:t>
            </a:r>
            <a:r>
              <a:rPr lang="ko-KR" altLang="en-US" sz="2200" dirty="0"/>
              <a:t>테스트 용이성을 고려한 견고한 코드 작성 역량을 키웠습니다</a:t>
            </a:r>
            <a:r>
              <a:rPr lang="en-US" altLang="ko-KR" sz="2200" dirty="0"/>
              <a:t>.</a:t>
            </a:r>
            <a:endParaRPr sz="2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02742" y="8114965"/>
            <a:ext cx="240174" cy="23488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4"/>
          <p:cNvSpPr txBox="1"/>
          <p:nvPr/>
        </p:nvSpPr>
        <p:spPr>
          <a:xfrm>
            <a:off x="10939224" y="8032354"/>
            <a:ext cx="564818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o-KR" altLang="en-US" sz="2000" dirty="0"/>
              <a:t>저의 품질 </a:t>
            </a:r>
            <a:r>
              <a:rPr lang="en-US" altLang="ko-KR" sz="2000" dirty="0"/>
              <a:t>DNA</a:t>
            </a:r>
            <a:r>
              <a:rPr lang="ko-KR" altLang="en-US" sz="2000" dirty="0"/>
              <a:t>를 바탕으로 </a:t>
            </a:r>
            <a:r>
              <a:rPr lang="en-US" altLang="ko-KR" sz="2000" b="1" dirty="0"/>
              <a:t>A</a:t>
            </a:r>
            <a:r>
              <a:rPr lang="ko-KR" altLang="en-US" sz="2000" b="1" dirty="0"/>
              <a:t>기업 서비스의 신뢰도와 안정성</a:t>
            </a:r>
            <a:r>
              <a:rPr lang="ko-KR" altLang="en-US" sz="2000" dirty="0"/>
              <a:t>을 높이는 개발자가 되겠습니다</a:t>
            </a:r>
            <a:r>
              <a:rPr lang="en-US" altLang="ko-KR" sz="2000" dirty="0"/>
              <a:t>.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381" y="2417148"/>
            <a:ext cx="8015767" cy="68593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4"/>
          <p:cNvSpPr txBox="1"/>
          <p:nvPr/>
        </p:nvSpPr>
        <p:spPr>
          <a:xfrm>
            <a:off x="9237862" y="2477554"/>
            <a:ext cx="83002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DDD9C3"/>
                </a:solidFill>
                <a:latin typeface="Arial"/>
                <a:ea typeface="Arial"/>
                <a:cs typeface="Arial"/>
                <a:sym typeface="Arial"/>
              </a:rPr>
              <a:t>품질 </a:t>
            </a:r>
            <a:r>
              <a:rPr lang="en-US" altLang="ko-KR" sz="2400" b="1" dirty="0">
                <a:solidFill>
                  <a:srgbClr val="DDD9C3"/>
                </a:solidFill>
                <a:latin typeface="Arial"/>
                <a:ea typeface="Arial"/>
                <a:cs typeface="Arial"/>
                <a:sym typeface="Arial"/>
              </a:rPr>
              <a:t>DNA</a:t>
            </a:r>
            <a:r>
              <a:rPr lang="ko-KR" altLang="en-US" sz="2400" b="1" dirty="0">
                <a:solidFill>
                  <a:srgbClr val="DDD9C3"/>
                </a:solidFill>
                <a:latin typeface="Arial"/>
                <a:ea typeface="Arial"/>
                <a:cs typeface="Arial"/>
                <a:sym typeface="Arial"/>
              </a:rPr>
              <a:t>를 기반으로 검증 가능한 코드를 작성하는 역량</a:t>
            </a:r>
            <a:endParaRPr sz="2000" b="1" dirty="0">
              <a:solidFill>
                <a:srgbClr val="DDD9C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882410" y="2490266"/>
            <a:ext cx="83002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DDD9C3"/>
                </a:solidFill>
                <a:latin typeface="Arial"/>
                <a:ea typeface="Arial"/>
                <a:cs typeface="Arial"/>
                <a:sym typeface="Arial"/>
              </a:rPr>
              <a:t>기획의 청사진을 코드로 구현하는 설계 기반 개발자</a:t>
            </a:r>
            <a:r>
              <a:rPr lang="en-US" sz="2400" b="1" dirty="0">
                <a:solidFill>
                  <a:srgbClr val="DDD9C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dirty="0" err="1">
                <a:solidFill>
                  <a:srgbClr val="DDD9C3"/>
                </a:solidFill>
                <a:latin typeface="Arial"/>
                <a:ea typeface="Arial"/>
                <a:cs typeface="Arial"/>
                <a:sym typeface="Arial"/>
              </a:rPr>
              <a:t>역량</a:t>
            </a:r>
            <a:endParaRPr sz="2000" b="1" dirty="0">
              <a:solidFill>
                <a:srgbClr val="DDD9C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6" y="-1"/>
            <a:ext cx="18280743" cy="1028291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5"/>
          <p:cNvSpPr txBox="1"/>
          <p:nvPr/>
        </p:nvSpPr>
        <p:spPr>
          <a:xfrm>
            <a:off x="-914400" y="910938"/>
            <a:ext cx="59842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PROJECTS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723" y="790563"/>
            <a:ext cx="16398268" cy="57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723" y="1582540"/>
            <a:ext cx="16398268" cy="5705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5"/>
          <p:cNvSpPr txBox="1"/>
          <p:nvPr/>
        </p:nvSpPr>
        <p:spPr>
          <a:xfrm>
            <a:off x="1048641" y="10210719"/>
            <a:ext cx="735238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A5A5A5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사진은 1장 혹은 2장 넣어주세요</a:t>
            </a:r>
            <a:endParaRPr sz="1800">
              <a:solidFill>
                <a:srgbClr val="A5A5A5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10602749" y="3198888"/>
            <a:ext cx="7878353" cy="7478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250000"/>
              </a:lnSpc>
            </a:pPr>
            <a:r>
              <a:rPr lang="ko-KR" altLang="en-US" sz="2400" dirty="0"/>
              <a:t>리뷰 특화 커머스 플랫폼</a:t>
            </a:r>
            <a:endParaRPr dirty="0"/>
          </a:p>
          <a:p>
            <a:pPr lvl="0">
              <a:lnSpc>
                <a:spcPct val="250000"/>
              </a:lnSpc>
            </a:pPr>
            <a:r>
              <a:rPr lang="ko-KR" altLang="en-US" sz="2400" dirty="0"/>
              <a:t>팀 프로젝트 </a:t>
            </a:r>
            <a:r>
              <a:rPr lang="en-US" altLang="ko-KR" sz="2400" dirty="0"/>
              <a:t>(6</a:t>
            </a:r>
            <a:r>
              <a:rPr lang="ko-KR" altLang="en-US" sz="2400" dirty="0"/>
              <a:t>명</a:t>
            </a:r>
            <a:r>
              <a:rPr lang="en-US" altLang="ko-KR" sz="2400" dirty="0"/>
              <a:t>)</a:t>
            </a:r>
          </a:p>
          <a:p>
            <a:pPr lvl="0">
              <a:lnSpc>
                <a:spcPct val="250000"/>
              </a:lnSpc>
            </a:pPr>
            <a:r>
              <a:rPr lang="en-US" altLang="ko-KR" sz="2400" dirty="0"/>
              <a:t>Spring Boot, React, JPA, Oracle </a:t>
            </a:r>
            <a:r>
              <a:rPr lang="ko-KR" altLang="en-US" sz="2400" dirty="0"/>
              <a:t>등</a:t>
            </a:r>
            <a:endParaRPr lang="en-US" altLang="ko-KR" sz="2400" dirty="0"/>
          </a:p>
          <a:p>
            <a:pPr lvl="0">
              <a:lnSpc>
                <a:spcPct val="250000"/>
              </a:lnSpc>
            </a:pPr>
            <a:r>
              <a:rPr lang="ko-KR" altLang="en-US" sz="2400" dirty="0" err="1"/>
              <a:t>풀스택</a:t>
            </a:r>
            <a:r>
              <a:rPr lang="ko-KR" altLang="en-US" sz="2400" dirty="0"/>
              <a:t> 개발 </a:t>
            </a:r>
            <a:r>
              <a:rPr lang="en-US" altLang="ko-KR" sz="2400" dirty="0"/>
              <a:t>(Back-end </a:t>
            </a:r>
            <a:r>
              <a:rPr lang="ko-KR" altLang="en-US" sz="2400" dirty="0"/>
              <a:t>및 </a:t>
            </a:r>
            <a:r>
              <a:rPr lang="en-US" altLang="ko-KR" sz="2400" dirty="0"/>
              <a:t>Front-end) /</a:t>
            </a:r>
            <a:r>
              <a:rPr lang="ko-KR" altLang="en-US" sz="2400" dirty="0"/>
              <a:t> </a:t>
            </a:r>
            <a:r>
              <a:rPr lang="ko-KR" altLang="en-US" sz="2400" b="1" dirty="0"/>
              <a:t>초기 기획 주도</a:t>
            </a:r>
            <a:r>
              <a:rPr lang="en-US" altLang="ko-KR" sz="2400" dirty="0"/>
              <a:t>, </a:t>
            </a:r>
            <a:br>
              <a:rPr lang="en-US" altLang="ko-KR" sz="2400" dirty="0"/>
            </a:br>
            <a:r>
              <a:rPr lang="ko-KR" altLang="en-US" sz="2400" dirty="0"/>
              <a:t>상품</a:t>
            </a:r>
            <a:r>
              <a:rPr lang="en-US" altLang="ko-KR" sz="2400" dirty="0"/>
              <a:t> </a:t>
            </a:r>
            <a:r>
              <a:rPr lang="ko-KR" altLang="en-US" sz="2400" dirty="0"/>
              <a:t>및 관리자</a:t>
            </a:r>
            <a:r>
              <a:rPr lang="en-US" altLang="ko-KR" sz="2400" dirty="0"/>
              <a:t> </a:t>
            </a:r>
            <a:r>
              <a:rPr lang="ko-KR" altLang="en-US" sz="2400" dirty="0"/>
              <a:t>도메인 </a:t>
            </a:r>
            <a:r>
              <a:rPr lang="en-US" altLang="ko-KR" sz="2400" dirty="0"/>
              <a:t>API </a:t>
            </a:r>
            <a:r>
              <a:rPr lang="ko-KR" altLang="en-US" sz="2400" dirty="0"/>
              <a:t>개발</a:t>
            </a:r>
            <a:r>
              <a:rPr lang="en-US" altLang="ko-KR" sz="2400" dirty="0">
                <a:solidFill>
                  <a:srgbClr val="3F3F3F"/>
                </a:solidFill>
              </a:rPr>
              <a:t>. </a:t>
            </a:r>
            <a:endParaRPr dirty="0"/>
          </a:p>
          <a:p>
            <a:pPr lvl="0">
              <a:lnSpc>
                <a:spcPct val="250000"/>
              </a:lnSpc>
            </a:pPr>
            <a:r>
              <a:rPr lang="ko-KR" altLang="en-US" sz="2400" dirty="0"/>
              <a:t>기획 주도를 통해 병목 현상을 최소화 </a:t>
            </a:r>
            <a:endParaRPr lang="en-US" altLang="ko-KR" sz="2400" dirty="0"/>
          </a:p>
          <a:p>
            <a:pPr lvl="0">
              <a:lnSpc>
                <a:spcPct val="250000"/>
              </a:lnSpc>
            </a:pPr>
            <a:r>
              <a:rPr lang="ko-KR" altLang="en-US" sz="2400" dirty="0"/>
              <a:t>초기 도메인 설계가 </a:t>
            </a:r>
            <a:r>
              <a:rPr lang="ko-KR" altLang="en-US" sz="2400" dirty="0" err="1"/>
              <a:t>백엔드</a:t>
            </a:r>
            <a:r>
              <a:rPr lang="ko-KR" altLang="en-US" sz="2400" dirty="0"/>
              <a:t> </a:t>
            </a:r>
            <a:r>
              <a:rPr lang="en-US" altLang="ko-KR" sz="2400" dirty="0"/>
              <a:t>API </a:t>
            </a:r>
            <a:r>
              <a:rPr lang="ko-KR" altLang="en-US" sz="2400" dirty="0"/>
              <a:t>안정성에 미치는 영향 체감</a:t>
            </a:r>
            <a:r>
              <a:rPr lang="en-US" altLang="ko-KR" sz="2400" dirty="0"/>
              <a:t>.</a:t>
            </a:r>
            <a:endParaRPr sz="2400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7794171" y="3256832"/>
            <a:ext cx="2371429" cy="670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프로젝트개요</a:t>
            </a:r>
            <a:endParaRPr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참여인원</a:t>
            </a:r>
            <a:endParaRPr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기술스텍</a:t>
            </a:r>
            <a:endParaRPr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나의역할</a:t>
            </a:r>
            <a:endParaRPr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r>
              <a:rPr lang="en-US" sz="2400" dirty="0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배운점</a:t>
            </a:r>
            <a:endParaRPr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54432" y="6364934"/>
            <a:ext cx="2170338" cy="40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400000" flipH="1">
            <a:off x="7078457" y="6359363"/>
            <a:ext cx="6795842" cy="7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205" y="2207256"/>
            <a:ext cx="7352381" cy="7965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7996" y="6229721"/>
            <a:ext cx="6781800" cy="3794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86375" y="2501373"/>
            <a:ext cx="6803571" cy="379428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5"/>
          <p:cNvSpPr txBox="1"/>
          <p:nvPr/>
        </p:nvSpPr>
        <p:spPr>
          <a:xfrm>
            <a:off x="8459523" y="1832585"/>
            <a:ext cx="772258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01. Coco </a:t>
            </a:r>
            <a:r>
              <a:rPr lang="en-US" altLang="ko-KR" sz="2800" dirty="0"/>
              <a:t>(</a:t>
            </a:r>
            <a:r>
              <a:rPr lang="ko-KR" altLang="en-US" sz="2800" dirty="0"/>
              <a:t>리뷰 중심 뷰티 아이템 쇼핑몰</a:t>
            </a:r>
            <a:r>
              <a:rPr lang="en-US" altLang="ko-KR" sz="2800" dirty="0"/>
              <a:t>)</a:t>
            </a:r>
            <a:endParaRPr sz="4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1828800" y="2275019"/>
            <a:ext cx="11930742" cy="78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https://github.com/cocoProeject</a:t>
            </a:r>
            <a:endParaRPr sz="18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75;p5">
            <a:extLst>
              <a:ext uri="{FF2B5EF4-FFF2-40B4-BE49-F238E27FC236}">
                <a16:creationId xmlns:a16="http://schemas.microsoft.com/office/drawing/2014/main" id="{6227FBDC-6FBD-99DD-C20D-E6C70EA6291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37400" y="7300624"/>
            <a:ext cx="2978970" cy="40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76;p5">
            <a:extLst>
              <a:ext uri="{FF2B5EF4-FFF2-40B4-BE49-F238E27FC236}">
                <a16:creationId xmlns:a16="http://schemas.microsoft.com/office/drawing/2014/main" id="{9EF44C9D-CC9A-5B2A-61B7-DB4BE72089A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5976" y="5523338"/>
            <a:ext cx="2648242" cy="40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75;p5">
            <a:extLst>
              <a:ext uri="{FF2B5EF4-FFF2-40B4-BE49-F238E27FC236}">
                <a16:creationId xmlns:a16="http://schemas.microsoft.com/office/drawing/2014/main" id="{DFC222BF-66B6-9EE0-96F5-711C15E90A5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422831" y="9123328"/>
            <a:ext cx="1515339" cy="40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76;p5">
            <a:extLst>
              <a:ext uri="{FF2B5EF4-FFF2-40B4-BE49-F238E27FC236}">
                <a16:creationId xmlns:a16="http://schemas.microsoft.com/office/drawing/2014/main" id="{F43D83BE-07EF-111D-2658-0D7CCB4A75D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5976" y="8237071"/>
            <a:ext cx="1373624" cy="40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6" y="-1"/>
            <a:ext cx="18280743" cy="1028291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6"/>
          <p:cNvSpPr txBox="1"/>
          <p:nvPr/>
        </p:nvSpPr>
        <p:spPr>
          <a:xfrm>
            <a:off x="-914400" y="910938"/>
            <a:ext cx="59842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PROJECTS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723" y="790563"/>
            <a:ext cx="16398268" cy="57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723" y="1582540"/>
            <a:ext cx="16398268" cy="5705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6"/>
          <p:cNvSpPr txBox="1"/>
          <p:nvPr/>
        </p:nvSpPr>
        <p:spPr>
          <a:xfrm>
            <a:off x="1048641" y="10210719"/>
            <a:ext cx="735238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A5A5A5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사진은 1장 혹은 2장 넣어주세요</a:t>
            </a:r>
            <a:endParaRPr sz="1800">
              <a:solidFill>
                <a:srgbClr val="A5A5A5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10602749" y="3198888"/>
            <a:ext cx="7878353" cy="7632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250000"/>
              </a:lnSpc>
            </a:pPr>
            <a:r>
              <a:rPr lang="en-US" altLang="ko-KR" sz="2400" dirty="0"/>
              <a:t>Spring Boot</a:t>
            </a:r>
            <a:r>
              <a:rPr lang="ko-KR" altLang="en-US" sz="2400" dirty="0"/>
              <a:t>와 </a:t>
            </a:r>
            <a:r>
              <a:rPr lang="en-US" altLang="ko-KR" sz="2400" dirty="0"/>
              <a:t>MVC </a:t>
            </a:r>
            <a:r>
              <a:rPr lang="ko-KR" altLang="en-US" sz="2400" dirty="0"/>
              <a:t>패턴 학습을 위한 개인 프로젝트</a:t>
            </a:r>
            <a:endParaRPr dirty="0"/>
          </a:p>
          <a:p>
            <a:pPr lvl="0">
              <a:lnSpc>
                <a:spcPct val="250000"/>
              </a:lnSpc>
            </a:pPr>
            <a:r>
              <a:rPr lang="en-US" altLang="ko-KR" sz="2400" dirty="0"/>
              <a:t>1</a:t>
            </a:r>
            <a:r>
              <a:rPr lang="ko-KR" altLang="en-US" sz="2400" dirty="0"/>
              <a:t>인</a:t>
            </a:r>
            <a:r>
              <a:rPr lang="en-US" altLang="ko-KR" sz="2400" dirty="0"/>
              <a:t>(</a:t>
            </a:r>
            <a:r>
              <a:rPr lang="ko-KR" altLang="en-US" sz="2400" dirty="0"/>
              <a:t>개인 프로젝트</a:t>
            </a:r>
            <a:r>
              <a:rPr lang="en-US" altLang="ko-KR" sz="2400" dirty="0"/>
              <a:t>)</a:t>
            </a:r>
          </a:p>
          <a:p>
            <a:pPr lvl="0">
              <a:lnSpc>
                <a:spcPct val="250000"/>
              </a:lnSpc>
            </a:pPr>
            <a:r>
              <a:rPr lang="en-US" altLang="ko-KR" sz="2400" dirty="0"/>
              <a:t>Back-end: Java, Spring Boot, JPA</a:t>
            </a:r>
          </a:p>
          <a:p>
            <a:pPr lvl="0">
              <a:lnSpc>
                <a:spcPct val="250000"/>
              </a:lnSpc>
            </a:pPr>
            <a:r>
              <a:rPr lang="en-US" altLang="ko-KR" sz="2400" dirty="0"/>
              <a:t>Front-end: HTML, CSS, JavaScript</a:t>
            </a:r>
          </a:p>
          <a:p>
            <a:pPr lvl="0">
              <a:lnSpc>
                <a:spcPct val="250000"/>
              </a:lnSpc>
            </a:pPr>
            <a:r>
              <a:rPr lang="en-US" altLang="ko-KR" sz="2400" dirty="0"/>
              <a:t>Database: Oracle (</a:t>
            </a:r>
            <a:r>
              <a:rPr lang="ko-KR" altLang="en-US" sz="2400" dirty="0"/>
              <a:t>또는 </a:t>
            </a:r>
            <a:r>
              <a:rPr lang="en-US" altLang="ko-KR" sz="2400" dirty="0"/>
              <a:t>H2)</a:t>
            </a:r>
            <a:r>
              <a:rPr lang="ko-KR" altLang="en-US" sz="2400" dirty="0"/>
              <a:t>기획</a:t>
            </a:r>
            <a:r>
              <a:rPr lang="en-US" altLang="ko-KR" sz="2400" dirty="0"/>
              <a:t>, DB </a:t>
            </a:r>
            <a:r>
              <a:rPr lang="ko-KR" altLang="en-US" sz="2400" dirty="0"/>
              <a:t>설계</a:t>
            </a:r>
            <a:r>
              <a:rPr lang="en-US" altLang="ko-KR" sz="2400" dirty="0"/>
              <a:t>, </a:t>
            </a:r>
          </a:p>
          <a:p>
            <a:pPr lvl="0">
              <a:lnSpc>
                <a:spcPct val="250000"/>
              </a:lnSpc>
            </a:pPr>
            <a:r>
              <a:rPr lang="ko-KR" altLang="en-US" sz="2400" dirty="0"/>
              <a:t>기획</a:t>
            </a:r>
            <a:r>
              <a:rPr lang="en-US" altLang="ko-KR" sz="2400" dirty="0"/>
              <a:t>, DB</a:t>
            </a:r>
            <a:r>
              <a:rPr lang="ko-KR" altLang="en-US" sz="2400" dirty="0"/>
              <a:t>설계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백엔드</a:t>
            </a:r>
            <a:r>
              <a:rPr lang="en-US" altLang="ko-KR" sz="2400" dirty="0"/>
              <a:t>/</a:t>
            </a:r>
            <a:r>
              <a:rPr lang="ko-KR" altLang="en-US" sz="2400" dirty="0" err="1"/>
              <a:t>프론트엔드</a:t>
            </a:r>
            <a:r>
              <a:rPr lang="ko-KR" altLang="en-US" sz="2400" dirty="0"/>
              <a:t> 개발 전 과정</a:t>
            </a:r>
            <a:endParaRPr lang="en-US" altLang="ko-KR" sz="2400" dirty="0"/>
          </a:p>
          <a:p>
            <a:pPr lvl="0">
              <a:lnSpc>
                <a:spcPct val="250000"/>
              </a:lnSpc>
            </a:pPr>
            <a:r>
              <a:rPr lang="en-US" altLang="ko-KR" sz="2400" dirty="0"/>
              <a:t>Spring MVC </a:t>
            </a:r>
            <a:r>
              <a:rPr lang="ko-KR" altLang="en-US" sz="2400" dirty="0"/>
              <a:t>동작 원리와 </a:t>
            </a:r>
            <a:r>
              <a:rPr lang="en-US" altLang="ko-KR" sz="2400" dirty="0"/>
              <a:t>ORM</a:t>
            </a:r>
            <a:r>
              <a:rPr lang="ko-KR" altLang="en-US" sz="2400" dirty="0"/>
              <a:t>의 장단점을 파악</a:t>
            </a:r>
            <a:endParaRPr lang="en-US" altLang="ko-KR" sz="2400" dirty="0"/>
          </a:p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7794171" y="3256832"/>
            <a:ext cx="2371429" cy="7632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프로젝트개요</a:t>
            </a:r>
            <a:endParaRPr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참여인원</a:t>
            </a:r>
            <a:endParaRPr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기술스텍</a:t>
            </a:r>
            <a:endParaRPr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rgbClr val="5068A9"/>
              </a:solidFill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나의역할</a:t>
            </a:r>
            <a:endParaRPr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r>
              <a:rPr lang="en-US" sz="2400" dirty="0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배운점</a:t>
            </a:r>
            <a:endParaRPr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49921" y="9155582"/>
            <a:ext cx="1792159" cy="334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400000" flipH="1">
            <a:off x="7078457" y="6359363"/>
            <a:ext cx="6795842" cy="7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8075" y="2207256"/>
            <a:ext cx="7848194" cy="796544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6"/>
          <p:cNvSpPr txBox="1"/>
          <p:nvPr/>
        </p:nvSpPr>
        <p:spPr>
          <a:xfrm>
            <a:off x="8459523" y="1832585"/>
            <a:ext cx="82352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02. </a:t>
            </a:r>
            <a:r>
              <a:rPr lang="ko-KR" altLang="en-US" sz="4800" dirty="0"/>
              <a:t>미니 쇼핑몰</a:t>
            </a:r>
            <a:endParaRPr sz="4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1828800" y="2275019"/>
            <a:ext cx="11930742" cy="78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https://github.com/huniDev</a:t>
            </a:r>
            <a:endParaRPr sz="18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9579" y="3353354"/>
            <a:ext cx="3665433" cy="5670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82158" y="3353354"/>
            <a:ext cx="3871290" cy="5670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02749" y="8717681"/>
            <a:ext cx="2295833" cy="875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95;p6">
            <a:extLst>
              <a:ext uri="{FF2B5EF4-FFF2-40B4-BE49-F238E27FC236}">
                <a16:creationId xmlns:a16="http://schemas.microsoft.com/office/drawing/2014/main" id="{190E08F2-281A-D874-9C4B-4064182C0A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10977" y="5457055"/>
            <a:ext cx="1536296" cy="40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95;p6">
            <a:extLst>
              <a:ext uri="{FF2B5EF4-FFF2-40B4-BE49-F238E27FC236}">
                <a16:creationId xmlns:a16="http://schemas.microsoft.com/office/drawing/2014/main" id="{93BCD303-A4FD-D3AB-ED69-F2FF68ADB15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49922" y="4554745"/>
            <a:ext cx="655388" cy="40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95;p6">
            <a:extLst>
              <a:ext uri="{FF2B5EF4-FFF2-40B4-BE49-F238E27FC236}">
                <a16:creationId xmlns:a16="http://schemas.microsoft.com/office/drawing/2014/main" id="{90CCD490-9D4B-2847-E548-86DEA37E42F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81906" y="3639132"/>
            <a:ext cx="1380458" cy="40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95;p6">
            <a:extLst>
              <a:ext uri="{FF2B5EF4-FFF2-40B4-BE49-F238E27FC236}">
                <a16:creationId xmlns:a16="http://schemas.microsoft.com/office/drawing/2014/main" id="{79DE539E-860C-9E03-1356-89E42FC55C4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83123" y="8172546"/>
            <a:ext cx="1716404" cy="40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6" y="-1"/>
            <a:ext cx="18280743" cy="1028291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 txBox="1"/>
          <p:nvPr/>
        </p:nvSpPr>
        <p:spPr>
          <a:xfrm>
            <a:off x="-914400" y="910938"/>
            <a:ext cx="59842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4.입사 후 계획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723" y="790563"/>
            <a:ext cx="16398268" cy="57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723" y="1582540"/>
            <a:ext cx="16398268" cy="57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5676615"/>
            <a:ext cx="18285714" cy="460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13375" y="2681583"/>
            <a:ext cx="4013203" cy="667079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7"/>
          <p:cNvSpPr txBox="1"/>
          <p:nvPr/>
        </p:nvSpPr>
        <p:spPr>
          <a:xfrm>
            <a:off x="2439824" y="4097724"/>
            <a:ext cx="43603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ko-KR" altLang="en-US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정보처리기사 취득 </a:t>
            </a:r>
            <a:endParaRPr lang="en-US" altLang="ko-KR" sz="24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및 실무 적응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36256" y="2681583"/>
            <a:ext cx="4013203" cy="667079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"/>
          <p:cNvSpPr txBox="1"/>
          <p:nvPr/>
        </p:nvSpPr>
        <p:spPr>
          <a:xfrm>
            <a:off x="6962702" y="4097724"/>
            <a:ext cx="43603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altLang="ko-KR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TypeScript </a:t>
            </a:r>
            <a:r>
              <a:rPr lang="ko-KR" altLang="en-US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및 </a:t>
            </a:r>
            <a:r>
              <a:rPr lang="en-US" altLang="ko-KR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r>
              <a:rPr lang="ko-KR" altLang="en-US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핵심 기술 내재화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665603" y="2681583"/>
            <a:ext cx="4013203" cy="667079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 txBox="1"/>
          <p:nvPr/>
        </p:nvSpPr>
        <p:spPr>
          <a:xfrm>
            <a:off x="11504997" y="4097724"/>
            <a:ext cx="43603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altLang="ko-KR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ko-KR" altLang="en-US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품질</a:t>
            </a:r>
            <a:r>
              <a:rPr lang="en-US" altLang="ko-KR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ko-KR" altLang="en-US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을 책임지는 핵심 개발자로 성장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36256" y="4887135"/>
            <a:ext cx="4013203" cy="1926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613375" y="4887135"/>
            <a:ext cx="4013203" cy="1926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665603" y="4887135"/>
            <a:ext cx="4013203" cy="192633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/>
        </p:nvSpPr>
        <p:spPr>
          <a:xfrm>
            <a:off x="1985954" y="7176419"/>
            <a:ext cx="526804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회사 서비스</a:t>
            </a: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도메인을 신속하게 </a:t>
            </a:r>
            <a:endParaRPr lang="en-US" altLang="ko-KR" sz="20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파악 후 </a:t>
            </a:r>
            <a:r>
              <a:rPr lang="ko-KR" altLang="en-US" sz="20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어드민</a:t>
            </a: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시스템에 기여하고</a:t>
            </a: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CS </a:t>
            </a:r>
            <a:r>
              <a:rPr lang="ko-KR" altLang="en-US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기초 확립을 위한 </a:t>
            </a:r>
            <a:endParaRPr lang="en-US" altLang="ko-KR" sz="20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정보처리기사 취득 예정</a:t>
            </a:r>
            <a:r>
              <a:rPr lang="ko-KR" altLang="en-US" sz="2000" dirty="0">
                <a:solidFill>
                  <a:schemeClr val="bg1"/>
                </a:solidFill>
              </a:rPr>
              <a:t>입니다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  <a:endParaRPr sz="20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11678547" y="7176419"/>
            <a:ext cx="4013204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TDD(</a:t>
            </a: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테스트 주도 개발</a:t>
            </a: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및 테스트 자동화 노하우를 팀에게 공유하고</a:t>
            </a: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서비스 신뢰도를 높이는 핵심 </a:t>
            </a:r>
            <a:r>
              <a:rPr lang="ko-KR" altLang="en-US" sz="20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백엔드</a:t>
            </a: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개발자로 성장하겠습니다</a:t>
            </a: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6969179" y="7330307"/>
            <a:ext cx="418028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TypeScript </a:t>
            </a: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학습 및 </a:t>
            </a: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 </a:t>
            </a: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토이 프로젝트 적용하고</a:t>
            </a:r>
            <a:endParaRPr lang="en-US" altLang="ko-KR" sz="20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안정적인 배포</a:t>
            </a: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운영을 위한 </a:t>
            </a: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자격증 취득하겠습니다</a:t>
            </a: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151821" y="2979739"/>
            <a:ext cx="936311" cy="93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367119" y="3169571"/>
            <a:ext cx="562857" cy="56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674702" y="2979739"/>
            <a:ext cx="936311" cy="93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204049" y="2979739"/>
            <a:ext cx="936311" cy="93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3356745" y="3128028"/>
            <a:ext cx="640331" cy="640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7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801190" y="3108609"/>
            <a:ext cx="678571" cy="678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64C7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8"/>
          <p:cNvGrpSpPr/>
          <p:nvPr/>
        </p:nvGrpSpPr>
        <p:grpSpPr>
          <a:xfrm>
            <a:off x="4509173" y="7578584"/>
            <a:ext cx="9724769" cy="104143"/>
            <a:chOff x="4509173" y="7578584"/>
            <a:chExt cx="9724769" cy="104143"/>
          </a:xfrm>
        </p:grpSpPr>
        <p:pic>
          <p:nvPicPr>
            <p:cNvPr id="237" name="Google Shape;237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509173" y="7578584"/>
              <a:ext cx="2341703" cy="1041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952234" y="7578584"/>
              <a:ext cx="2341703" cy="1041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22241" y="7578584"/>
              <a:ext cx="2341703" cy="1041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892239" y="7578584"/>
              <a:ext cx="2341703" cy="10414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1" name="Google Shape;241;p8"/>
          <p:cNvSpPr txBox="1"/>
          <p:nvPr/>
        </p:nvSpPr>
        <p:spPr>
          <a:xfrm>
            <a:off x="-3149834" y="2428717"/>
            <a:ext cx="24661573" cy="244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4053571" y="930172"/>
            <a:ext cx="1017857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잘부탁드립니다</a:t>
            </a: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☺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723" y="790563"/>
            <a:ext cx="16398268" cy="57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723" y="1582540"/>
            <a:ext cx="16398268" cy="5705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8"/>
          <p:cNvSpPr txBox="1"/>
          <p:nvPr/>
        </p:nvSpPr>
        <p:spPr>
          <a:xfrm>
            <a:off x="4509173" y="7858283"/>
            <a:ext cx="972296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600" dirty="0">
                <a:solidFill>
                  <a:schemeClr val="lt1"/>
                </a:solidFill>
              </a:rPr>
              <a:t>huni@test.com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010-1234-5678</a:t>
            </a:r>
            <a:endParaRPr sz="36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561</Words>
  <Application>Microsoft Office PowerPoint</Application>
  <PresentationFormat>사용자 지정</PresentationFormat>
  <Paragraphs>96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officegen</dc:creator>
  <cp:lastModifiedBy>Web-dev</cp:lastModifiedBy>
  <cp:revision>9</cp:revision>
  <dcterms:created xsi:type="dcterms:W3CDTF">2022-04-27T17:11:27Z</dcterms:created>
  <dcterms:modified xsi:type="dcterms:W3CDTF">2025-11-13T10:58:48Z</dcterms:modified>
</cp:coreProperties>
</file>