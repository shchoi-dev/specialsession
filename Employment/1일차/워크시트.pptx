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7" roundtripDataSignature="AMtx7miAf4pH15wXI40u9eiP/ZRnwvUlw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E575E11-5BFA-43D0-B27F-287FE5ECFB55}">
  <a:tblStyle styleId="{1E575E11-5BFA-43D0-B27F-287FE5ECFB55}" styleName="Table_0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2574" y="12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7" Type="http://customschemas.google.com/relationships/presentationmetadata" Target="meta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tableStyles" Target="tableStyles.xml"/><Relationship Id="rId10" Type="http://schemas.openxmlformats.org/officeDocument/2006/relationships/theme" Target="theme/theme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" name="Google Shape;14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9" name="Google Shape;9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0" name="Google Shape;10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" name="Google Shape;84;p1"/>
          <p:cNvGraphicFramePr/>
          <p:nvPr>
            <p:extLst>
              <p:ext uri="{D42A27DB-BD31-4B8C-83A1-F6EECF244321}">
                <p14:modId xmlns:p14="http://schemas.microsoft.com/office/powerpoint/2010/main" val="2885202533"/>
              </p:ext>
            </p:extLst>
          </p:nvPr>
        </p:nvGraphicFramePr>
        <p:xfrm>
          <a:off x="101125" y="734997"/>
          <a:ext cx="11989754" cy="5849194"/>
        </p:xfrm>
        <a:graphic>
          <a:graphicData uri="http://schemas.openxmlformats.org/drawingml/2006/table">
            <a:tbl>
              <a:tblPr firstRow="1" firstCol="1" bandRow="1">
                <a:noFill/>
                <a:tableStyleId>{1E575E11-5BFA-43D0-B27F-287FE5ECFB55}</a:tableStyleId>
              </a:tblPr>
              <a:tblGrid>
                <a:gridCol w="130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16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915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46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750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089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236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37689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5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이미 갖춘 </a:t>
                      </a:r>
                      <a:endParaRPr sz="15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5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나의 역량(</a:t>
                      </a:r>
                      <a:r>
                        <a:rPr lang="ko-KR" sz="1500" u="none" strike="noStrike" cap="none" dirty="0" err="1">
                          <a:latin typeface="Arial"/>
                          <a:ea typeface="Arial"/>
                          <a:cs typeface="Arial"/>
                          <a:sym typeface="Arial"/>
                        </a:rPr>
                        <a:t>S</a:t>
                      </a:r>
                      <a:r>
                        <a:rPr lang="ko-KR" sz="15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)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800" u="none" strike="noStrike" cap="none" dirty="0" err="1">
                          <a:latin typeface="Arial"/>
                          <a:ea typeface="Arial"/>
                          <a:cs typeface="Arial"/>
                          <a:sym typeface="Arial"/>
                        </a:rPr>
                        <a:t>Ex.대외활동,온라인강의</a:t>
                      </a:r>
                      <a:r>
                        <a:rPr lang="ko-KR" sz="8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ko-KR" sz="800" u="none" strike="noStrike" cap="none" dirty="0" err="1">
                          <a:latin typeface="Arial"/>
                          <a:ea typeface="Arial"/>
                          <a:cs typeface="Arial"/>
                          <a:sym typeface="Arial"/>
                        </a:rPr>
                        <a:t>수강,프로젝트,자격증</a:t>
                      </a:r>
                      <a:r>
                        <a:rPr lang="ko-KR" sz="8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 등</a:t>
                      </a:r>
                      <a:endParaRPr sz="8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7250" marR="67250" marT="0" marB="0" anchor="ctr">
                    <a:solidFill>
                      <a:srgbClr val="2F5496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600" b="1" dirty="0">
                          <a:solidFill>
                            <a:schemeClr val="dk1"/>
                          </a:solidFill>
                        </a:rPr>
                        <a:t>정보처리 산업기사 보유</a:t>
                      </a:r>
                      <a:endParaRPr lang="en-US" altLang="ko-KR" sz="1400" b="1" dirty="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b="1" dirty="0">
                          <a:solidFill>
                            <a:schemeClr val="dk1"/>
                          </a:solidFill>
                        </a:rPr>
                        <a:t>Java, Spring </a:t>
                      </a:r>
                      <a:r>
                        <a:rPr lang="ko-KR" altLang="en-US" sz="1200" b="1" dirty="0">
                          <a:solidFill>
                            <a:schemeClr val="dk1"/>
                          </a:solidFill>
                        </a:rPr>
                        <a:t>프레임워크를 활용한 개발 경험</a:t>
                      </a:r>
                      <a:endParaRPr lang="en-US" altLang="ko-KR" sz="1200" b="1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200" b="1" dirty="0">
                          <a:solidFill>
                            <a:schemeClr val="dk1"/>
                          </a:solidFill>
                        </a:rPr>
                        <a:t>웹 </a:t>
                      </a:r>
                      <a:r>
                        <a:rPr lang="ko-KR" altLang="en-US" sz="1200" b="1" dirty="0" err="1">
                          <a:solidFill>
                            <a:schemeClr val="dk1"/>
                          </a:solidFill>
                        </a:rPr>
                        <a:t>프론트엔드</a:t>
                      </a:r>
                      <a:r>
                        <a:rPr lang="ko-KR" altLang="en-US" sz="1200" b="1" dirty="0">
                          <a:solidFill>
                            <a:schemeClr val="dk1"/>
                          </a:solidFill>
                        </a:rPr>
                        <a:t> 개발 경험 및 사용자 중심</a:t>
                      </a:r>
                      <a:r>
                        <a:rPr lang="en-US" altLang="ko-KR" sz="1200" b="1" dirty="0">
                          <a:solidFill>
                            <a:schemeClr val="dk1"/>
                          </a:solidFill>
                        </a:rPr>
                        <a:t>(UI/UX)</a:t>
                      </a:r>
                      <a:r>
                        <a:rPr lang="ko-KR" altLang="en-US" sz="1200" b="1" dirty="0">
                          <a:solidFill>
                            <a:schemeClr val="dk1"/>
                          </a:solidFill>
                        </a:rPr>
                        <a:t>의 디자인 원칙에 대한 이해</a:t>
                      </a:r>
                      <a:endParaRPr lang="en-US" altLang="ko-KR" sz="1200" b="1" dirty="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</a:rPr>
                        <a:t>ORM </a:t>
                      </a:r>
                      <a:r>
                        <a:rPr lang="ko-KR" altLang="en-US" sz="1200" b="1" dirty="0">
                          <a:solidFill>
                            <a:schemeClr val="dk1"/>
                          </a:solidFill>
                        </a:rPr>
                        <a:t>또는 </a:t>
                      </a:r>
                      <a:r>
                        <a:rPr lang="en-US" altLang="ko-KR" sz="1200" b="1" dirty="0">
                          <a:solidFill>
                            <a:schemeClr val="dk1"/>
                          </a:solidFill>
                        </a:rPr>
                        <a:t>SQL Mapper </a:t>
                      </a:r>
                      <a:r>
                        <a:rPr lang="ko-KR" altLang="en-US" sz="1200" b="1" dirty="0">
                          <a:solidFill>
                            <a:schemeClr val="dk1"/>
                          </a:solidFill>
                        </a:rPr>
                        <a:t>경험</a:t>
                      </a:r>
                      <a:endParaRPr lang="en-US" altLang="ko-KR" sz="1200" b="1" dirty="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1" dirty="0">
                          <a:solidFill>
                            <a:schemeClr val="dk1"/>
                          </a:solidFill>
                        </a:rPr>
                        <a:t>자료구조</a:t>
                      </a:r>
                      <a:r>
                        <a:rPr lang="en-US" altLang="ko-KR" sz="1200" b="1" dirty="0">
                          <a:solidFill>
                            <a:schemeClr val="dk1"/>
                          </a:solidFill>
                        </a:rPr>
                        <a:t>, </a:t>
                      </a:r>
                      <a:r>
                        <a:rPr lang="ko-KR" altLang="en-US" sz="1200" b="1" dirty="0">
                          <a:solidFill>
                            <a:schemeClr val="dk1"/>
                          </a:solidFill>
                        </a:rPr>
                        <a:t>운영체제</a:t>
                      </a:r>
                      <a:r>
                        <a:rPr lang="en-US" altLang="ko-KR" sz="1200" b="1" dirty="0">
                          <a:solidFill>
                            <a:schemeClr val="dk1"/>
                          </a:solidFill>
                        </a:rPr>
                        <a:t>, </a:t>
                      </a:r>
                      <a:r>
                        <a:rPr lang="ko-KR" altLang="en-US" sz="1200" b="1" dirty="0">
                          <a:solidFill>
                            <a:schemeClr val="dk1"/>
                          </a:solidFill>
                        </a:rPr>
                        <a:t>컴퓨터 </a:t>
                      </a:r>
                      <a:r>
                        <a:rPr lang="ko-KR" altLang="en-US" sz="1200" b="1" dirty="0" err="1">
                          <a:solidFill>
                            <a:schemeClr val="dk1"/>
                          </a:solidFill>
                        </a:rPr>
                        <a:t>아키텍쳐</a:t>
                      </a:r>
                      <a:r>
                        <a:rPr lang="en-US" altLang="ko-KR" sz="1200" b="1" dirty="0">
                          <a:solidFill>
                            <a:schemeClr val="dk1"/>
                          </a:solidFill>
                        </a:rPr>
                        <a:t>, OOP </a:t>
                      </a:r>
                      <a:r>
                        <a:rPr lang="ko-KR" altLang="en-US" sz="1200" b="1" dirty="0">
                          <a:solidFill>
                            <a:schemeClr val="dk1"/>
                          </a:solidFill>
                        </a:rPr>
                        <a:t>등 기본 </a:t>
                      </a:r>
                      <a:r>
                        <a:rPr lang="en-US" altLang="ko-KR" sz="1200" b="1" dirty="0">
                          <a:solidFill>
                            <a:schemeClr val="dk1"/>
                          </a:solidFill>
                        </a:rPr>
                        <a:t>CS </a:t>
                      </a:r>
                      <a:r>
                        <a:rPr lang="ko-KR" altLang="en-US" sz="1200" b="1" dirty="0">
                          <a:solidFill>
                            <a:schemeClr val="dk1"/>
                          </a:solidFill>
                        </a:rPr>
                        <a:t>지식을 갖추신 분</a:t>
                      </a:r>
                      <a:endParaRPr lang="en-US" altLang="ko-KR" sz="1200" b="1" dirty="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1" dirty="0">
                        <a:solidFill>
                          <a:schemeClr val="dk1"/>
                        </a:solidFill>
                      </a:endParaRPr>
                    </a:p>
                  </a:txBody>
                  <a:tcPr marL="67250" marR="67250" marT="0" marB="0" anchor="ctr"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11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우선순위</a:t>
                      </a:r>
                      <a:endParaRPr sz="19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7250" marR="67250" marT="0" marB="0" anchor="ctr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 dirty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보완 할 역량(</a:t>
                      </a:r>
                      <a:r>
                        <a:rPr lang="ko-KR" sz="1400" u="none" strike="noStrike" cap="none" dirty="0" err="1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</a:t>
                      </a:r>
                      <a:r>
                        <a:rPr lang="ko-KR" sz="1400" u="none" strike="noStrike" cap="none" dirty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</a:t>
                      </a:r>
                      <a:endParaRPr sz="1800" u="none" strike="noStrike" cap="none" dirty="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7250" marR="67250" marT="0" marB="0" anchor="ctr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 dirty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보완 방법</a:t>
                      </a:r>
                      <a:endParaRPr sz="1800" u="none" strike="noStrike" cap="none" dirty="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7250" marR="67250" marT="0" marB="0" anchor="ctr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마감일</a:t>
                      </a:r>
                      <a:endParaRPr sz="1800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7250" marR="67250" marT="0" marB="0" anchor="ctr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 dirty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예측되는</a:t>
                      </a:r>
                      <a:endParaRPr sz="1800" u="none" strike="noStrike" cap="none" dirty="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 dirty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어려움(</a:t>
                      </a:r>
                      <a:r>
                        <a:rPr lang="ko-KR" sz="1400" u="none" strike="noStrike" cap="none" dirty="0" err="1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r>
                        <a:rPr lang="ko-KR" sz="1400" u="none" strike="noStrike" cap="none" dirty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</a:t>
                      </a:r>
                      <a:endParaRPr sz="1800" u="none" strike="noStrike" cap="none" dirty="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7250" marR="67250" marT="0" marB="0" anchor="ctr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 dirty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극복 방안(</a:t>
                      </a:r>
                      <a:r>
                        <a:rPr lang="ko-KR" sz="1400" u="none" strike="noStrike" cap="none" dirty="0" err="1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</a:t>
                      </a:r>
                      <a:r>
                        <a:rPr lang="ko-KR" sz="1400" u="none" strike="noStrike" cap="none" dirty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</a:t>
                      </a:r>
                      <a:endParaRPr sz="1800" u="none" strike="noStrike" cap="none" dirty="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7250" marR="67250" marT="0" marB="0" anchor="ctr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u="none" strike="noStrike" cap="none" dirty="0" err="1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패널티</a:t>
                      </a:r>
                      <a:endParaRPr sz="1800" u="none" strike="noStrike" cap="none" dirty="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7250" marR="67250" marT="0" marB="0" anchor="ctr">
                    <a:solidFill>
                      <a:srgbClr val="2F54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89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5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7250" marR="67250" marT="0" marB="0" anchor="ctr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dirty="0"/>
                        <a:t>CS </a:t>
                      </a:r>
                      <a:r>
                        <a:rPr lang="ko-KR" altLang="en-US" sz="1200" dirty="0"/>
                        <a:t>전공 지식 체계화</a:t>
                      </a:r>
                      <a:endParaRPr sz="1200" dirty="0"/>
                    </a:p>
                  </a:txBody>
                  <a:tcPr marL="67250" marR="67250" marT="0" marB="0" anchor="ctr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dirty="0"/>
                        <a:t>26</a:t>
                      </a:r>
                      <a:r>
                        <a:rPr lang="ko-KR" altLang="en-US" sz="1200" dirty="0"/>
                        <a:t>년 </a:t>
                      </a:r>
                      <a:r>
                        <a:rPr lang="en-US" altLang="ko-KR" sz="1200" dirty="0"/>
                        <a:t>1</a:t>
                      </a:r>
                      <a:r>
                        <a:rPr lang="ko-KR" altLang="en-US" sz="1200" dirty="0" err="1"/>
                        <a:t>회차</a:t>
                      </a:r>
                      <a:r>
                        <a:rPr lang="ko-KR" altLang="en-US" sz="1200" dirty="0"/>
                        <a:t> 정보처리기사 필기 응시</a:t>
                      </a:r>
                      <a:endParaRPr sz="1200" dirty="0"/>
                    </a:p>
                  </a:txBody>
                  <a:tcPr marL="67250" marR="67250" marT="0" marB="0" anchor="ctr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맑은 고딕"/>
                          <a:ea typeface="맑은 고딕"/>
                          <a:cs typeface="맑은 고딕"/>
                          <a:sym typeface="Arial"/>
                        </a:rPr>
                        <a:t>2025.03.12</a:t>
                      </a:r>
                      <a:endParaRPr sz="1200" dirty="0"/>
                    </a:p>
                  </a:txBody>
                  <a:tcPr marL="67250" marR="67250" marT="0" marB="0" anchor="ctr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dirty="0"/>
                        <a:t>암기할 과목</a:t>
                      </a:r>
                      <a:r>
                        <a:rPr lang="en-US" altLang="ko-KR" sz="1200" dirty="0"/>
                        <a:t>(5</a:t>
                      </a:r>
                      <a:r>
                        <a:rPr lang="ko-KR" altLang="en-US" sz="1200" dirty="0"/>
                        <a:t>과목</a:t>
                      </a:r>
                      <a:r>
                        <a:rPr lang="en-US" altLang="ko-KR" sz="1200" dirty="0"/>
                        <a:t>) </a:t>
                      </a:r>
                      <a:r>
                        <a:rPr lang="ko-KR" altLang="en-US" sz="1200" dirty="0"/>
                        <a:t>범위가 너무 넓어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늘어질 가능성 있음</a:t>
                      </a:r>
                      <a:endParaRPr sz="1200" dirty="0"/>
                    </a:p>
                  </a:txBody>
                  <a:tcPr marL="67250" marR="67250" marT="0" marB="0" anchor="ctr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dirty="0"/>
                        <a:t>기출문제 앱이나 책으로 틈틈이 풀기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핵심 요약 강의 수강</a:t>
                      </a:r>
                      <a:endParaRPr sz="1200" dirty="0"/>
                    </a:p>
                  </a:txBody>
                  <a:tcPr marL="67250" marR="67250" marT="0" marB="0" anchor="ctr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dirty="0"/>
                        <a:t>2</a:t>
                      </a:r>
                      <a:r>
                        <a:rPr lang="ko-KR" altLang="en-US" sz="1200" dirty="0" err="1"/>
                        <a:t>회차</a:t>
                      </a:r>
                      <a:r>
                        <a:rPr lang="ko-KR" altLang="en-US" sz="1200" dirty="0"/>
                        <a:t> 필기 </a:t>
                      </a:r>
                      <a:r>
                        <a:rPr lang="ko-KR" altLang="en-US" sz="1200" dirty="0" err="1"/>
                        <a:t>응시료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+ </a:t>
                      </a:r>
                      <a:r>
                        <a:rPr lang="ko-KR" altLang="en-US" sz="1200" dirty="0"/>
                        <a:t>교재비 </a:t>
                      </a:r>
                      <a:r>
                        <a:rPr lang="en-US" altLang="ko-KR" sz="1200" dirty="0"/>
                        <a:t>2</a:t>
                      </a:r>
                      <a:r>
                        <a:rPr lang="ko-KR" altLang="en-US" sz="1200" dirty="0"/>
                        <a:t>배 부모님 용돈 드리기</a:t>
                      </a:r>
                      <a:endParaRPr sz="1200" dirty="0"/>
                    </a:p>
                  </a:txBody>
                  <a:tcPr marL="67250" marR="67250" marT="0" marB="0" anchor="ctr">
                    <a:solidFill>
                      <a:srgbClr val="D8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0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5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7250" marR="67250" marT="0" marB="0" anchor="ctr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dirty="0"/>
                        <a:t>디자인 패턴 이해 및 아키텍처 설계 역량</a:t>
                      </a:r>
                      <a:endParaRPr sz="1200" dirty="0"/>
                    </a:p>
                  </a:txBody>
                  <a:tcPr marL="67250" marR="67250" marT="0" marB="0" anchor="ctr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dirty="0" err="1"/>
                        <a:t>인프런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 err="1"/>
                        <a:t>패스트캠퍼스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“Java </a:t>
                      </a:r>
                      <a:r>
                        <a:rPr lang="ko-KR" altLang="en-US" sz="1200" dirty="0"/>
                        <a:t>디자인 패턴</a:t>
                      </a:r>
                      <a:r>
                        <a:rPr lang="en-US" altLang="ko-KR" sz="1200" dirty="0"/>
                        <a:t>” </a:t>
                      </a:r>
                      <a:r>
                        <a:rPr lang="ko-KR" altLang="en-US" sz="1200" dirty="0"/>
                        <a:t>유료 강의 </a:t>
                      </a:r>
                      <a:r>
                        <a:rPr lang="en-US" altLang="ko-KR" sz="1200" dirty="0"/>
                        <a:t>1</a:t>
                      </a:r>
                      <a:r>
                        <a:rPr lang="ko-KR" altLang="en-US" sz="1200" dirty="0"/>
                        <a:t>개 완강하기</a:t>
                      </a:r>
                      <a:endParaRPr sz="1200" dirty="0"/>
                    </a:p>
                  </a:txBody>
                  <a:tcPr marL="67250" marR="67250" marT="0" marB="0" anchor="ctr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/>
                        <a:t>2026.01.17</a:t>
                      </a:r>
                      <a:endParaRPr sz="1200" dirty="0"/>
                    </a:p>
                  </a:txBody>
                  <a:tcPr marL="67250" marR="67250" marT="0" marB="0" anchor="ctr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dirty="0"/>
                        <a:t>23</a:t>
                      </a:r>
                      <a:r>
                        <a:rPr lang="ko-KR" altLang="en-US" sz="1200" dirty="0"/>
                        <a:t>개 패턴이 모두 비슷해 보이고 언제 써야 할지 모르겠음</a:t>
                      </a:r>
                      <a:endParaRPr sz="1200" dirty="0"/>
                    </a:p>
                  </a:txBody>
                  <a:tcPr marL="67250" marR="67250" marT="0" marB="0" anchor="ctr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dirty="0"/>
                        <a:t>Spring </a:t>
                      </a:r>
                      <a:r>
                        <a:rPr lang="ko-KR" altLang="en-US" sz="1200" dirty="0"/>
                        <a:t>프레임워크가 어떤 디자인 패턴</a:t>
                      </a: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예</a:t>
                      </a:r>
                      <a:r>
                        <a:rPr lang="en-US" altLang="ko-KR" sz="1200" dirty="0"/>
                        <a:t>: </a:t>
                      </a:r>
                      <a:r>
                        <a:rPr lang="ko-KR" altLang="en-US" sz="1200" dirty="0" err="1"/>
                        <a:t>싱글톤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프록시</a:t>
                      </a:r>
                      <a:r>
                        <a:rPr lang="en-US" altLang="ko-KR" sz="1200" dirty="0"/>
                        <a:t>)</a:t>
                      </a:r>
                      <a:r>
                        <a:rPr lang="ko-KR" altLang="en-US" sz="1200" dirty="0"/>
                        <a:t>을 쓰는지 역으로 분석해보기</a:t>
                      </a:r>
                      <a:endParaRPr sz="1200" dirty="0"/>
                    </a:p>
                  </a:txBody>
                  <a:tcPr marL="67250" marR="67250" marT="0" marB="0" anchor="ctr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dirty="0"/>
                        <a:t>친한 친구들에게 커피 </a:t>
                      </a:r>
                      <a:r>
                        <a:rPr lang="en-US" altLang="ko-KR" sz="1200" dirty="0"/>
                        <a:t>1</a:t>
                      </a:r>
                      <a:r>
                        <a:rPr lang="ko-KR" altLang="en-US" sz="1200" dirty="0"/>
                        <a:t>잔씩 사기</a:t>
                      </a:r>
                      <a:endParaRPr sz="1200" dirty="0"/>
                    </a:p>
                  </a:txBody>
                  <a:tcPr marL="67250" marR="67250" marT="0" marB="0" anchor="ctr">
                    <a:solidFill>
                      <a:srgbClr val="D8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857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5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7250" marR="67250" marT="0" marB="0" anchor="ctr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dirty="0" err="1"/>
                        <a:t>클린코드</a:t>
                      </a:r>
                      <a:r>
                        <a:rPr lang="ko-KR" altLang="en-US" sz="1200" dirty="0"/>
                        <a:t> 작성 및 </a:t>
                      </a:r>
                      <a:r>
                        <a:rPr lang="ko-KR" altLang="en-US" sz="1200" dirty="0" err="1"/>
                        <a:t>리팩토링</a:t>
                      </a:r>
                      <a:r>
                        <a:rPr lang="ko-KR" altLang="en-US" sz="1200" dirty="0"/>
                        <a:t> 역량</a:t>
                      </a:r>
                      <a:endParaRPr sz="1200" dirty="0"/>
                    </a:p>
                  </a:txBody>
                  <a:tcPr marL="67250" marR="67250" marT="0" marB="0" anchor="ctr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dirty="0" err="1"/>
                        <a:t>클린코드</a:t>
                      </a: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로버트 </a:t>
                      </a:r>
                      <a:r>
                        <a:rPr lang="en-US" altLang="ko-KR" sz="1200" dirty="0"/>
                        <a:t>C. </a:t>
                      </a:r>
                      <a:r>
                        <a:rPr lang="ko-KR" altLang="en-US" sz="1200" dirty="0"/>
                        <a:t>마틴</a:t>
                      </a:r>
                      <a:r>
                        <a:rPr lang="en-US" altLang="ko-KR" sz="1200" dirty="0"/>
                        <a:t>) </a:t>
                      </a:r>
                      <a:r>
                        <a:rPr lang="ko-KR" altLang="en-US" sz="1200" dirty="0"/>
                        <a:t>도서 </a:t>
                      </a:r>
                      <a:r>
                        <a:rPr lang="en-US" altLang="ko-KR" sz="1200" dirty="0"/>
                        <a:t>1</a:t>
                      </a:r>
                      <a:r>
                        <a:rPr lang="ko-KR" altLang="en-US" sz="1200" dirty="0"/>
                        <a:t>회독 및 핵심 원칙 </a:t>
                      </a:r>
                      <a:r>
                        <a:rPr lang="en-US" altLang="ko-KR" sz="1200" dirty="0"/>
                        <a:t>10</a:t>
                      </a:r>
                      <a:r>
                        <a:rPr lang="ko-KR" altLang="en-US" sz="1200" dirty="0"/>
                        <a:t>개 블로그로 정리하기</a:t>
                      </a:r>
                      <a:endParaRPr sz="1200" dirty="0"/>
                    </a:p>
                  </a:txBody>
                  <a:tcPr marL="67250" marR="67250" marT="0" marB="0" anchor="ctr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/>
                        <a:t>2026.0</a:t>
                      </a:r>
                      <a:r>
                        <a:rPr lang="en-US" altLang="ko-KR" sz="1200" dirty="0"/>
                        <a:t>1.31</a:t>
                      </a:r>
                      <a:endParaRPr sz="1200" dirty="0"/>
                    </a:p>
                  </a:txBody>
                  <a:tcPr marL="67250" marR="67250" marT="0" marB="0" anchor="ctr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dirty="0"/>
                        <a:t>개념이 추상적이어서 실제 코드에 적용하기 막막함</a:t>
                      </a:r>
                      <a:endParaRPr sz="1200" dirty="0"/>
                    </a:p>
                  </a:txBody>
                  <a:tcPr marL="67250" marR="67250" marT="0" marB="0" anchor="ctr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dirty="0"/>
                        <a:t>현재 진행 중인 프로젝트 코드에 배운 원칙 </a:t>
                      </a:r>
                      <a:r>
                        <a:rPr lang="en-US" altLang="ko-KR" sz="1200" dirty="0"/>
                        <a:t>5</a:t>
                      </a:r>
                      <a:r>
                        <a:rPr lang="ko-KR" altLang="en-US" sz="1200" dirty="0"/>
                        <a:t>개 이상 적용해보기</a:t>
                      </a:r>
                      <a:endParaRPr sz="1200" dirty="0"/>
                    </a:p>
                  </a:txBody>
                  <a:tcPr marL="67250" marR="67250" marT="0" marB="0" anchor="ctr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dirty="0"/>
                        <a:t>동생한테 용돈 </a:t>
                      </a:r>
                      <a:r>
                        <a:rPr lang="en-US" altLang="ko-KR" sz="1200" dirty="0"/>
                        <a:t>15</a:t>
                      </a:r>
                      <a:r>
                        <a:rPr lang="ko-KR" altLang="en-US" sz="1200" dirty="0"/>
                        <a:t>만원 주기</a:t>
                      </a:r>
                      <a:endParaRPr sz="1200" dirty="0"/>
                    </a:p>
                  </a:txBody>
                  <a:tcPr marL="67250" marR="67250" marT="0" marB="0" anchor="ctr">
                    <a:solidFill>
                      <a:srgbClr val="D8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680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5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r>
                        <a:rPr lang="en-US" altLang="ko-KR" sz="15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5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7250" marR="67250" marT="0" marB="0" anchor="ctr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dirty="0"/>
                        <a:t>알고리즘 문제 해결 및 코딩 테스트 역량</a:t>
                      </a:r>
                      <a:endParaRPr sz="1200" dirty="0"/>
                    </a:p>
                  </a:txBody>
                  <a:tcPr marL="67250" marR="67250" marT="0" marB="0" anchor="ctr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dirty="0" err="1"/>
                        <a:t>프로그래머스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Level 1,2 50</a:t>
                      </a:r>
                      <a:r>
                        <a:rPr lang="ko-KR" altLang="en-US" sz="1200" dirty="0"/>
                        <a:t>문제 풀고 </a:t>
                      </a:r>
                      <a:r>
                        <a:rPr lang="en-US" altLang="ko-KR" sz="1200" dirty="0"/>
                        <a:t>1</a:t>
                      </a:r>
                      <a:r>
                        <a:rPr lang="ko-KR" altLang="en-US" sz="1200" dirty="0"/>
                        <a:t>일 </a:t>
                      </a:r>
                      <a:r>
                        <a:rPr lang="en-US" altLang="ko-KR" sz="1200" dirty="0"/>
                        <a:t>1</a:t>
                      </a:r>
                      <a:r>
                        <a:rPr lang="ko-KR" altLang="en-US" sz="1200" dirty="0"/>
                        <a:t>커밋하기</a:t>
                      </a:r>
                      <a:endParaRPr sz="1200" dirty="0"/>
                    </a:p>
                  </a:txBody>
                  <a:tcPr marL="67250" marR="67250" marT="0" marB="0" anchor="ctr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/>
                        <a:t>2026.02</a:t>
                      </a:r>
                      <a:r>
                        <a:rPr lang="en-US" altLang="ko-KR" sz="1200" dirty="0"/>
                        <a:t>.28</a:t>
                      </a:r>
                      <a:endParaRPr sz="1200" dirty="0"/>
                    </a:p>
                  </a:txBody>
                  <a:tcPr marL="67250" marR="67250" marT="0" marB="0" anchor="ctr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dirty="0"/>
                        <a:t>Level 1 </a:t>
                      </a:r>
                      <a:r>
                        <a:rPr lang="ko-KR" altLang="en-US" sz="1200" dirty="0"/>
                        <a:t>문제도 막상 풀려고 하면 풀이법이 바로 떠오르지 않고 시간이 오래 걸림</a:t>
                      </a:r>
                      <a:endParaRPr sz="1200" dirty="0"/>
                    </a:p>
                  </a:txBody>
                  <a:tcPr marL="67250" marR="67250" marT="0" marB="0" anchor="ctr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dirty="0"/>
                        <a:t>매일 아침 </a:t>
                      </a:r>
                      <a:r>
                        <a:rPr lang="en-US" altLang="ko-KR" sz="1200" dirty="0"/>
                        <a:t>1</a:t>
                      </a:r>
                      <a:r>
                        <a:rPr lang="ko-KR" altLang="en-US" sz="1200" dirty="0"/>
                        <a:t>시간을 </a:t>
                      </a:r>
                      <a:r>
                        <a:rPr lang="ko-KR" altLang="en-US" sz="1200" dirty="0" err="1"/>
                        <a:t>코테</a:t>
                      </a:r>
                      <a:r>
                        <a:rPr lang="ko-KR" altLang="en-US" sz="1200" dirty="0"/>
                        <a:t> 시간으로 고정</a:t>
                      </a:r>
                      <a:r>
                        <a:rPr lang="en-US" altLang="ko-KR" sz="1200" dirty="0"/>
                        <a:t>, 30</a:t>
                      </a:r>
                      <a:r>
                        <a:rPr lang="ko-KR" altLang="en-US" sz="1200" dirty="0"/>
                        <a:t>분 고민 후엔 정답을 확인하고 왜</a:t>
                      </a:r>
                      <a:r>
                        <a:rPr lang="en-US" altLang="ko-KR" sz="1200" dirty="0"/>
                        <a:t> </a:t>
                      </a:r>
                      <a:r>
                        <a:rPr lang="ko-KR" altLang="en-US" sz="1200" dirty="0"/>
                        <a:t>그렇게 풀었는지 블로그로 정리</a:t>
                      </a:r>
                      <a:endParaRPr sz="1200" dirty="0"/>
                    </a:p>
                  </a:txBody>
                  <a:tcPr marL="67250" marR="67250" marT="0" marB="0" anchor="ctr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dirty="0"/>
                        <a:t>한 달간 </a:t>
                      </a:r>
                      <a:r>
                        <a:rPr lang="en-US" altLang="ko-KR" sz="1200" dirty="0"/>
                        <a:t>OTT </a:t>
                      </a:r>
                      <a:r>
                        <a:rPr lang="ko-KR" altLang="en-US" sz="1200" dirty="0"/>
                        <a:t>서비스</a:t>
                      </a: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 err="1"/>
                        <a:t>넷플릭스</a:t>
                      </a:r>
                      <a:r>
                        <a:rPr lang="ko-KR" altLang="en-US" sz="1200" dirty="0"/>
                        <a:t> 등</a:t>
                      </a:r>
                      <a:r>
                        <a:rPr lang="en-US" altLang="ko-KR" sz="1200" dirty="0"/>
                        <a:t>) </a:t>
                      </a:r>
                      <a:r>
                        <a:rPr lang="ko-KR" altLang="en-US" sz="1200" dirty="0"/>
                        <a:t>구독 해지</a:t>
                      </a:r>
                      <a:endParaRPr sz="1200" dirty="0"/>
                    </a:p>
                  </a:txBody>
                  <a:tcPr marL="67250" marR="67250" marT="0" marB="0" anchor="ctr">
                    <a:solidFill>
                      <a:srgbClr val="D8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061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5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r>
                        <a:rPr lang="en-US" altLang="ko-KR" sz="15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5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7250" marR="67250" marT="0" marB="0" anchor="ctr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dirty="0"/>
                        <a:t>DB </a:t>
                      </a:r>
                      <a:r>
                        <a:rPr lang="ko-KR" altLang="en-US" sz="1200" dirty="0"/>
                        <a:t>설계 및 </a:t>
                      </a:r>
                      <a:r>
                        <a:rPr lang="en-US" altLang="ko-KR" sz="1200" dirty="0"/>
                        <a:t>SQL </a:t>
                      </a:r>
                      <a:r>
                        <a:rPr lang="ko-KR" altLang="en-US" sz="1200" dirty="0"/>
                        <a:t>활용 역량</a:t>
                      </a:r>
                      <a:endParaRPr sz="1200" dirty="0"/>
                    </a:p>
                  </a:txBody>
                  <a:tcPr marL="67250" marR="67250" marT="0" marB="0" anchor="ctr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dirty="0"/>
                        <a:t>SQLD(SQL </a:t>
                      </a:r>
                      <a:r>
                        <a:rPr lang="ko-KR" altLang="en-US" sz="1200" dirty="0"/>
                        <a:t>개발자</a:t>
                      </a:r>
                      <a:r>
                        <a:rPr lang="en-US" altLang="ko-KR" sz="1200" dirty="0"/>
                        <a:t>) </a:t>
                      </a:r>
                      <a:r>
                        <a:rPr lang="ko-KR" altLang="en-US" sz="1200" dirty="0"/>
                        <a:t>자격증 취득 </a:t>
                      </a:r>
                      <a:r>
                        <a:rPr lang="en-US" altLang="ko-KR" sz="1200" dirty="0"/>
                        <a:t>(26</a:t>
                      </a:r>
                      <a:r>
                        <a:rPr lang="ko-KR" altLang="en-US" sz="1200" dirty="0"/>
                        <a:t>년 </a:t>
                      </a:r>
                      <a:r>
                        <a:rPr lang="en-US" altLang="ko-KR" sz="1200" dirty="0"/>
                        <a:t>1</a:t>
                      </a:r>
                      <a:r>
                        <a:rPr lang="ko-KR" altLang="en-US" sz="1200" dirty="0" err="1"/>
                        <a:t>회차</a:t>
                      </a:r>
                      <a:r>
                        <a:rPr lang="ko-KR" altLang="en-US" sz="1200" dirty="0"/>
                        <a:t> 응시</a:t>
                      </a:r>
                      <a:r>
                        <a:rPr lang="en-US" altLang="ko-KR" sz="1200" dirty="0"/>
                        <a:t>)</a:t>
                      </a:r>
                      <a:endParaRPr sz="1200" dirty="0"/>
                    </a:p>
                  </a:txBody>
                  <a:tcPr marL="67250" marR="67250" marT="0" marB="0" anchor="ctr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/>
                        <a:t>2026.04.04</a:t>
                      </a:r>
                      <a:endParaRPr sz="1200" dirty="0"/>
                    </a:p>
                  </a:txBody>
                  <a:tcPr marL="67250" marR="67250" marT="0" marB="0" anchor="ctr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dirty="0"/>
                        <a:t>SQL </a:t>
                      </a:r>
                      <a:r>
                        <a:rPr lang="ko-KR" altLang="en-US" sz="1200" dirty="0"/>
                        <a:t>문법</a:t>
                      </a:r>
                      <a:r>
                        <a:rPr lang="en-US" altLang="ko-KR" sz="1200" dirty="0"/>
                        <a:t>(DML)</a:t>
                      </a:r>
                      <a:r>
                        <a:rPr lang="ko-KR" altLang="en-US" sz="1200" dirty="0"/>
                        <a:t>은 알지만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성능 최적화나 논리적 모델링</a:t>
                      </a:r>
                      <a:r>
                        <a:rPr lang="en-US" altLang="ko-KR" sz="1200" dirty="0"/>
                        <a:t> </a:t>
                      </a:r>
                      <a:r>
                        <a:rPr lang="ko-KR" altLang="en-US" sz="1200" dirty="0"/>
                        <a:t>파트가 생소함</a:t>
                      </a:r>
                      <a:endParaRPr sz="1200" dirty="0"/>
                    </a:p>
                  </a:txBody>
                  <a:tcPr marL="67250" marR="67250" marT="0" marB="0" anchor="ctr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dirty="0" err="1"/>
                        <a:t>인프런이나</a:t>
                      </a:r>
                      <a:r>
                        <a:rPr lang="ko-KR" altLang="en-US" sz="1200" dirty="0"/>
                        <a:t> 유튜브 </a:t>
                      </a:r>
                      <a:r>
                        <a:rPr lang="en-US" altLang="ko-KR" sz="1200" dirty="0"/>
                        <a:t>SQLD </a:t>
                      </a:r>
                      <a:r>
                        <a:rPr lang="ko-KR" altLang="en-US" sz="1200" dirty="0"/>
                        <a:t>요약 강의 수강</a:t>
                      </a:r>
                      <a:endParaRPr sz="1200" dirty="0"/>
                    </a:p>
                  </a:txBody>
                  <a:tcPr marL="67250" marR="67250" marT="0" marB="0" anchor="ctr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dirty="0"/>
                        <a:t>한 달간 유튜브 시청 금지</a:t>
                      </a:r>
                      <a:endParaRPr sz="1200" dirty="0"/>
                    </a:p>
                  </a:txBody>
                  <a:tcPr marL="67250" marR="67250" marT="0" marB="0" anchor="ctr">
                    <a:solidFill>
                      <a:srgbClr val="D8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cxnSp>
        <p:nvCxnSpPr>
          <p:cNvPr id="85" name="Google Shape;85;p1"/>
          <p:cNvCxnSpPr>
            <a:cxnSpLocks/>
          </p:cNvCxnSpPr>
          <p:nvPr/>
        </p:nvCxnSpPr>
        <p:spPr>
          <a:xfrm>
            <a:off x="158750" y="690592"/>
            <a:ext cx="1193212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6" name="Google Shape;86;p1"/>
          <p:cNvSpPr txBox="1"/>
          <p:nvPr/>
        </p:nvSpPr>
        <p:spPr>
          <a:xfrm>
            <a:off x="101121" y="6"/>
            <a:ext cx="10731600" cy="7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ko-KR" sz="23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【</a:t>
            </a:r>
            <a:r>
              <a:rPr lang="ko-KR" sz="23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셀프리더십</a:t>
            </a:r>
            <a:r>
              <a:rPr lang="ko-KR" sz="23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워크시트 】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346</Words>
  <Application>Microsoft Office PowerPoint</Application>
  <PresentationFormat>와이드스크린</PresentationFormat>
  <Paragraphs>52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Malgun Gothic</vt:lpstr>
      <vt:lpstr>Malgun Gothic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Yoo chae yoon</dc:creator>
  <cp:lastModifiedBy>Web-dev</cp:lastModifiedBy>
  <cp:revision>6</cp:revision>
  <dcterms:created xsi:type="dcterms:W3CDTF">2023-04-26T04:26:39Z</dcterms:created>
  <dcterms:modified xsi:type="dcterms:W3CDTF">2025-11-12T11:56:22Z</dcterms:modified>
</cp:coreProperties>
</file>