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" roundtripDataSignature="AMtx7mg4YVBTPCaJldhPxkvCO75Mjl+G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BCE915-3D5A-4390-AF13-F522BB437FDA}">
  <a:tblStyle styleId="{39BCE915-3D5A-4390-AF13-F522BB437FD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5AE241FF-C3AC-4EAE-99C1-866D26DADF0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0" d="100"/>
          <a:sy n="150" d="100"/>
        </p:scale>
        <p:origin x="654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1">
  <p:cSld name="17_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/>
          <p:nvPr/>
        </p:nvSpPr>
        <p:spPr>
          <a:xfrm>
            <a:off x="1002" y="633148"/>
            <a:ext cx="12190999" cy="0"/>
          </a:xfrm>
          <a:custGeom>
            <a:avLst/>
            <a:gdLst/>
            <a:ahLst/>
            <a:cxnLst/>
            <a:rect l="l" t="t" r="r" b="b"/>
            <a:pathLst>
              <a:path w="2152800" h="120000" extrusionOk="0">
                <a:moveTo>
                  <a:pt x="0" y="0"/>
                </a:moveTo>
                <a:lnTo>
                  <a:pt x="2152800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900" tIns="51950" rIns="103900" bIns="51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9"/>
          <p:cNvSpPr/>
          <p:nvPr/>
        </p:nvSpPr>
        <p:spPr>
          <a:xfrm>
            <a:off x="5919964" y="6606141"/>
            <a:ext cx="352073" cy="15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933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33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9"/>
          <p:cNvSpPr txBox="1">
            <a:spLocks noGrp="1"/>
          </p:cNvSpPr>
          <p:nvPr>
            <p:ph type="title"/>
          </p:nvPr>
        </p:nvSpPr>
        <p:spPr>
          <a:xfrm>
            <a:off x="276537" y="66690"/>
            <a:ext cx="11494247" cy="5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2933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/>
        </p:nvSpPr>
        <p:spPr>
          <a:xfrm>
            <a:off x="276537" y="66690"/>
            <a:ext cx="11494247" cy="5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ko-KR" sz="2933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채용 트렌드 분석 및 취업마인드셋</a:t>
            </a:r>
            <a:endParaRPr sz="2933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7" name="Google Shape;97;p17"/>
          <p:cNvGraphicFramePr/>
          <p:nvPr>
            <p:extLst>
              <p:ext uri="{D42A27DB-BD31-4B8C-83A1-F6EECF244321}">
                <p14:modId xmlns:p14="http://schemas.microsoft.com/office/powerpoint/2010/main" val="3663564928"/>
              </p:ext>
            </p:extLst>
          </p:nvPr>
        </p:nvGraphicFramePr>
        <p:xfrm>
          <a:off x="55880" y="849302"/>
          <a:ext cx="12080250" cy="5562559"/>
        </p:xfrm>
        <a:graphic>
          <a:graphicData uri="http://schemas.openxmlformats.org/drawingml/2006/table">
            <a:tbl>
              <a:tblPr firstRow="1" bandRow="1">
                <a:noFill/>
                <a:tableStyleId>{39BCE915-3D5A-4390-AF13-F522BB437FDA}</a:tableStyleId>
              </a:tblPr>
              <a:tblGrid>
                <a:gridCol w="123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순위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기업명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(내가 생각하는)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900" b="1" dirty="0" err="1">
                          <a:solidFill>
                            <a:schemeClr val="lt1"/>
                          </a:solidFill>
                        </a:rPr>
                        <a:t>워라밸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(내가 생각하는)</a:t>
                      </a:r>
                      <a:endParaRPr sz="19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1">
                          <a:solidFill>
                            <a:schemeClr val="lt1"/>
                          </a:solidFill>
                        </a:rPr>
                        <a:t>기업안정성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알아둘 점.</a:t>
                      </a:r>
                      <a:endParaRPr sz="19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900" dirty="0" err="1">
                          <a:solidFill>
                            <a:schemeClr val="tx1"/>
                          </a:solidFill>
                        </a:rPr>
                        <a:t>현대오토에버</a:t>
                      </a:r>
                      <a:endParaRPr sz="19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9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9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현대자동차그룹의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IT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서비스를 총괄하며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커넥티드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카 및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스마트팩토리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솔루션을 전담하는 핵심 계열사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26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년차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기업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워라밸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3.7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점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4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900" dirty="0" err="1">
                          <a:solidFill>
                            <a:schemeClr val="tx1"/>
                          </a:solidFill>
                        </a:rPr>
                        <a:t>휴넷</a:t>
                      </a:r>
                      <a:endParaRPr sz="19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9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9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일제를 시행하는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년차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업력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의 이러닝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(B2B/B2C)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전문 기업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워라밸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3.3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점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4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900" dirty="0" err="1">
                          <a:solidFill>
                            <a:schemeClr val="tx1"/>
                          </a:solidFill>
                        </a:rPr>
                        <a:t>현대이지웰</a:t>
                      </a:r>
                      <a:endParaRPr sz="19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9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9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현대백화점그룹 계열사로 </a:t>
                      </a: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r>
                        <a:rPr lang="ko-KR" alt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년차</a:t>
                      </a:r>
                      <a:r>
                        <a:rPr lang="ko-KR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기업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국내 선택적 복리후생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복지몰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시장을 선도하는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B2B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플랫폼 기업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잡플래닛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워라밸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3.0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ko-KR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4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900" u="none" strike="noStrike" cap="none" dirty="0" err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티맥스소프트</a:t>
                      </a:r>
                      <a:endParaRPr sz="19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9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9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ko-KR" altLang="en-US" sz="14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국내 유일의 미들웨어 솔루션 보유</a:t>
                      </a:r>
                      <a:r>
                        <a:rPr lang="en-US" altLang="ko-KR" sz="14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Java </a:t>
                      </a:r>
                      <a:r>
                        <a:rPr lang="ko-KR" altLang="en-US" sz="14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기반 시스템 개발자 수요가 높은 </a:t>
                      </a:r>
                      <a:r>
                        <a:rPr lang="en-US" altLang="ko-KR" sz="14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r>
                        <a:rPr lang="ko-KR" altLang="en-US" sz="14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년 차 기업 </a:t>
                      </a:r>
                      <a:r>
                        <a:rPr lang="en-US" altLang="ko-KR" sz="14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 </a:t>
                      </a:r>
                      <a:r>
                        <a:rPr lang="ko-KR" altLang="en-US" sz="1400" u="none" strike="noStrike" cap="none" dirty="0" err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잡플래닛</a:t>
                      </a:r>
                      <a:r>
                        <a:rPr lang="ko-KR" altLang="en-US" sz="14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1400" u="none" strike="noStrike" cap="none" dirty="0" err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워라밸</a:t>
                      </a:r>
                      <a:r>
                        <a:rPr lang="ko-KR" altLang="en-US" sz="14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4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2.6</a:t>
                      </a:r>
                      <a:r>
                        <a:rPr lang="ko-KR" altLang="en-US" sz="14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점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 b="1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2400" b="1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900" u="none" strike="noStrike" cap="none" dirty="0" err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마이리얼트립</a:t>
                      </a:r>
                      <a:endParaRPr lang="ko-KR" altLang="en-US" sz="19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9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9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국내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위 자유여행 앱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전 세계 어디서든 근무하는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WFA(Work From Anywhere)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원격근무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워케이션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제도 운영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/ 12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년 설립으로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14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년차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잡플래닛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워라밸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3.4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점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815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dirty="0" err="1"/>
                        <a:t>워라밸</a:t>
                      </a:r>
                      <a:endParaRPr sz="1800" b="1" dirty="0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A8D08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dirty="0" err="1"/>
                        <a:t>잡플래닛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“</a:t>
                      </a:r>
                      <a:r>
                        <a:rPr lang="ko-KR" altLang="en-US" sz="1600" dirty="0" err="1"/>
                        <a:t>워라밸</a:t>
                      </a:r>
                      <a:r>
                        <a:rPr lang="en-US" altLang="ko-KR" sz="1600" dirty="0"/>
                        <a:t>” </a:t>
                      </a:r>
                      <a:r>
                        <a:rPr lang="ko-KR" altLang="en-US" sz="1600" dirty="0"/>
                        <a:t>항목 평점 </a:t>
                      </a:r>
                      <a:r>
                        <a:rPr lang="en-US" altLang="ko-KR" sz="1600" dirty="0"/>
                        <a:t>3.0</a:t>
                      </a:r>
                      <a:r>
                        <a:rPr lang="ko-KR" altLang="en-US" sz="1600" dirty="0"/>
                        <a:t>점 이상</a:t>
                      </a:r>
                      <a:r>
                        <a:rPr lang="en-US" altLang="ko-KR" sz="1600" dirty="0"/>
                        <a:t>,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dirty="0"/>
                        <a:t>유연근무제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재택근무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자율출퇴근제</a:t>
                      </a:r>
                      <a:r>
                        <a:rPr lang="ko-KR" altLang="en-US" sz="1600" dirty="0"/>
                        <a:t> 중 </a:t>
                      </a:r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개 이상 시행</a:t>
                      </a:r>
                      <a:endParaRPr sz="1600" dirty="0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4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dirty="0"/>
                        <a:t>기업안정성</a:t>
                      </a:r>
                      <a:endParaRPr sz="1600" b="1" dirty="0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dirty="0"/>
                        <a:t>설립 </a:t>
                      </a:r>
                      <a:r>
                        <a:rPr lang="en-US" altLang="ko-KR" sz="1600" dirty="0"/>
                        <a:t>15</a:t>
                      </a:r>
                      <a:r>
                        <a:rPr lang="ko-KR" altLang="en-US" sz="1600" dirty="0"/>
                        <a:t>년 이상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 꾸준히 신입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경력 채용을 진행하는 곳</a:t>
                      </a:r>
                      <a:endParaRPr sz="1600" dirty="0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188</Words>
  <Application>Microsoft Office PowerPoint</Application>
  <PresentationFormat>와이드스크린</PresentationFormat>
  <Paragraphs>38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Yoo chae yoon</dc:creator>
  <cp:lastModifiedBy>Web-dev</cp:lastModifiedBy>
  <cp:revision>16</cp:revision>
  <dcterms:created xsi:type="dcterms:W3CDTF">2023-06-29T13:57:51Z</dcterms:created>
  <dcterms:modified xsi:type="dcterms:W3CDTF">2025-11-12T11:55:41Z</dcterms:modified>
</cp:coreProperties>
</file>